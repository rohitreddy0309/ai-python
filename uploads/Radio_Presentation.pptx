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Radio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Introduction to Radio Communication</a:t>
            </a:r>
          </a:p>
          <a:p>
            <a:r>
              <a:t>Presented by: Akshay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Radio?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Radio is a technology that uses radio waves to transmit information.</a:t>
            </a:r>
          </a:p>
          <a:p>
            <a:r>
              <a:t>• It is used for communication, broadcasting, and entertainment.</a:t>
            </a:r>
          </a:p>
          <a:p>
            <a:r>
              <a:t>• Radio signals travel through the air over long distances.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of Radio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Invented in the late 19th century.</a:t>
            </a:r>
          </a:p>
          <a:p>
            <a:r>
              <a:t>• Guglielmo Marconi developed practical radio communication.</a:t>
            </a:r>
          </a:p>
          <a:p>
            <a:r>
              <a:t>• Radio became popular in the early 20th century.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Radio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transmitter converts sound into radio waves.</a:t>
            </a:r>
          </a:p>
          <a:p>
            <a:r>
              <a:t>• The waves travel through space.</a:t>
            </a:r>
          </a:p>
          <a:p>
            <a:r>
              <a:t>• A receiver picks up the waves and converts them back into sound.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Radio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AM (Amplitude Modulation)</a:t>
            </a:r>
          </a:p>
          <a:p>
            <a:r>
              <a:t>• FM (Frequency Modulation)</a:t>
            </a:r>
          </a:p>
          <a:p>
            <a:r>
              <a:t>• Internet Radio</a:t>
            </a:r>
          </a:p>
          <a:p>
            <a:r>
              <a:t>• Satellite Radio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Uses of Radio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News broadcasting</a:t>
            </a:r>
          </a:p>
          <a:p>
            <a:r>
              <a:t>• Music and entertainment</a:t>
            </a:r>
          </a:p>
          <a:p>
            <a:r>
              <a:t>• Emergency communication</a:t>
            </a:r>
          </a:p>
          <a:p>
            <a:r>
              <a:t>• Aviation and maritime communication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Radio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Low cost</a:t>
            </a:r>
          </a:p>
          <a:p>
            <a:r>
              <a:t>• Wide coverage</a:t>
            </a:r>
          </a:p>
          <a:p>
            <a:r>
              <a:t>• Easy access</a:t>
            </a:r>
          </a:p>
          <a:p>
            <a:r>
              <a:t>• Portable devices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Radio remains an important communication tool.</a:t>
            </a:r>
          </a:p>
          <a:p>
            <a:r>
              <a:t>• It continues to evolve with digital technology.</a:t>
            </a:r>
          </a:p>
          <a:p>
            <a:r>
              <a:t>• It plays a vital role in global communication.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