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8.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30.xml.rels" ContentType="application/vnd.openxmlformats-package.relationships+xml"/>
  <Override PartName="/ppt/slideMasters/_rels/slideMaster28.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1.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32.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33.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26.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0.xml" ContentType="application/vnd.openxmlformats-officedocument.presentationml.slideMaster+xml"/>
  <Override PartName="/ppt/slideMasters/slideMaster29.xml" ContentType="application/vnd.openxmlformats-officedocument.presentationml.slideMaster+xml"/>
  <Override PartName="/ppt/slideMasters/slideMaster3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32.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33.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8.jpeg" ContentType="image/jpeg"/>
  <Override PartName="/ppt/media/image6.png" ContentType="image/png"/>
  <Override PartName="/ppt/media/image10.png" ContentType="image/png"/>
  <Override PartName="/ppt/media/image7.png" ContentType="image/png"/>
  <Override PartName="/ppt/media/image11.png" ContentType="image/png"/>
  <Override PartName="/ppt/media/image9.png" ContentType="image/png"/>
  <Override PartName="/ppt/slideLayouts/slideLayout22.xml" ContentType="application/vnd.openxmlformats-officedocument.presentationml.slideLayout+xml"/>
  <Override PartName="/ppt/slideLayouts/_rels/slideLayout18.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16.xml.rels" ContentType="application/vnd.openxmlformats-package.relationships+xml"/>
  <Override PartName="/ppt/slideLayouts/_rels/slideLayout8.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32.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33.xml.rels" ContentType="application/vnd.openxmlformats-package.relationships+xml"/>
  <Override PartName="/ppt/slideLayouts/_rels/slideLayout22.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3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Lst>
  <p:sldIdLst>
    <p:sldId id="256" r:id="rId35"/>
    <p:sldId id="257" r:id="rId36"/>
    <p:sldId id="258" r:id="rId37"/>
    <p:sldId id="259" r:id="rId38"/>
    <p:sldId id="260" r:id="rId39"/>
    <p:sldId id="261" r:id="rId40"/>
    <p:sldId id="262" r:id="rId41"/>
    <p:sldId id="263" r:id="rId42"/>
    <p:sldId id="264" r:id="rId43"/>
    <p:sldId id="265" r:id="rId44"/>
    <p:sldId id="266" r:id="rId45"/>
    <p:sldId id="267" r:id="rId4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 Target="slides/slide1.xml"/><Relationship Id="rId36" Type="http://schemas.openxmlformats.org/officeDocument/2006/relationships/slide" Target="slides/slide2.xml"/><Relationship Id="rId37" Type="http://schemas.openxmlformats.org/officeDocument/2006/relationships/slide" Target="slides/slide3.xml"/><Relationship Id="rId38" Type="http://schemas.openxmlformats.org/officeDocument/2006/relationships/slide" Target="slides/slide4.xml"/><Relationship Id="rId39" Type="http://schemas.openxmlformats.org/officeDocument/2006/relationships/slide" Target="slides/slide5.xml"/><Relationship Id="rId40" Type="http://schemas.openxmlformats.org/officeDocument/2006/relationships/slide" Target="slides/slide6.xml"/><Relationship Id="rId41" Type="http://schemas.openxmlformats.org/officeDocument/2006/relationships/slide" Target="slides/slide7.xml"/><Relationship Id="rId42" Type="http://schemas.openxmlformats.org/officeDocument/2006/relationships/slide" Target="slides/slide8.xml"/><Relationship Id="rId43" Type="http://schemas.openxmlformats.org/officeDocument/2006/relationships/slide" Target="slides/slide9.xml"/><Relationship Id="rId44" Type="http://schemas.openxmlformats.org/officeDocument/2006/relationships/slide" Target="slides/slide10.xml"/><Relationship Id="rId45" Type="http://schemas.openxmlformats.org/officeDocument/2006/relationships/slide" Target="slides/slide11.xml"/><Relationship Id="rId46" Type="http://schemas.openxmlformats.org/officeDocument/2006/relationships/slide" Target="slides/slide12.xml"/><Relationship Id="rId4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713160" y="539640"/>
            <a:ext cx="444780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2">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_1">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98" name="PlaceHolder 1"/>
          <p:cNvSpPr>
            <a:spLocks noGrp="1"/>
          </p:cNvSpPr>
          <p:nvPr>
            <p:ph type="title"/>
          </p:nvPr>
        </p:nvSpPr>
        <p:spPr>
          <a:xfrm>
            <a:off x="713160" y="539640"/>
            <a:ext cx="444780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9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3">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07" name="PlaceHolder 1"/>
          <p:cNvSpPr>
            <a:spLocks noGrp="1"/>
          </p:cNvSpPr>
          <p:nvPr>
            <p:ph type="title"/>
          </p:nvPr>
        </p:nvSpPr>
        <p:spPr>
          <a:xfrm>
            <a:off x="713160" y="539640"/>
            <a:ext cx="444780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10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10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13" name="PlaceHolder 1"/>
          <p:cNvSpPr>
            <a:spLocks noGrp="1"/>
          </p:cNvSpPr>
          <p:nvPr>
            <p:ph type="title"/>
          </p:nvPr>
        </p:nvSpPr>
        <p:spPr>
          <a:xfrm>
            <a:off x="713160" y="539640"/>
            <a:ext cx="4447800" cy="1058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pn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6.png"/><Relationship Id="rId3" Type="http://schemas.openxmlformats.org/officeDocument/2006/relationships/image" Target="../media/image6.png"/><Relationship Id="rId4" Type="http://schemas.openxmlformats.org/officeDocument/2006/relationships/image" Target="../media/image6.png"/><Relationship Id="rId5"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6.png"/><Relationship Id="rId3" Type="http://schemas.openxmlformats.org/officeDocument/2006/relationships/image" Target="../media/image6.png"/><Relationship Id="rId4" Type="http://schemas.openxmlformats.org/officeDocument/2006/relationships/image" Target="../media/image6.png"/><Relationship Id="rId5"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3.png"/><Relationship Id="rId8" Type="http://schemas.openxmlformats.org/officeDocument/2006/relationships/image" Target="../media/image5.png"/><Relationship Id="rId9"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9;p2" descr=""/>
          <p:cNvPicPr/>
          <p:nvPr/>
        </p:nvPicPr>
        <p:blipFill>
          <a:blip r:embed="rId2"/>
          <a:srcRect l="0" t="0" r="47009" b="0"/>
          <a:stretch/>
        </p:blipFill>
        <p:spPr>
          <a:xfrm>
            <a:off x="8553600" y="3535560"/>
            <a:ext cx="590040" cy="1117440"/>
          </a:xfrm>
          <a:prstGeom prst="rect">
            <a:avLst/>
          </a:prstGeom>
          <a:ln w="0">
            <a:noFill/>
          </a:ln>
        </p:spPr>
      </p:pic>
      <p:pic>
        <p:nvPicPr>
          <p:cNvPr id="1" name="Google Shape;10;p2" descr=""/>
          <p:cNvPicPr/>
          <p:nvPr/>
        </p:nvPicPr>
        <p:blipFill>
          <a:blip r:embed="rId3">
            <a:alphaModFix amt="78000"/>
          </a:blip>
          <a:srcRect l="40136" t="40776" r="9564" b="11193"/>
          <a:stretch/>
        </p:blipFill>
        <p:spPr>
          <a:xfrm>
            <a:off x="0" y="0"/>
            <a:ext cx="1447200" cy="1386720"/>
          </a:xfrm>
          <a:prstGeom prst="rect">
            <a:avLst/>
          </a:prstGeom>
          <a:ln w="0">
            <a:noFill/>
          </a:ln>
        </p:spPr>
      </p:pic>
      <p:sp>
        <p:nvSpPr>
          <p:cNvPr id="2" name="PlaceHolder 1"/>
          <p:cNvSpPr>
            <a:spLocks noGrp="1"/>
          </p:cNvSpPr>
          <p:nvPr>
            <p:ph type="title"/>
          </p:nvPr>
        </p:nvSpPr>
        <p:spPr>
          <a:xfrm>
            <a:off x="790200" y="1202040"/>
            <a:ext cx="4528440" cy="3249360"/>
          </a:xfrm>
          <a:prstGeom prst="rect">
            <a:avLst/>
          </a:prstGeom>
          <a:noFill/>
          <a:ln w="0">
            <a:noFill/>
          </a:ln>
        </p:spPr>
        <p:txBody>
          <a:bodyPr lIns="91440" rIns="91440" tIns="91440" bIns="91440" anchor="b">
            <a:noAutofit/>
          </a:bodyPr>
          <a:p>
            <a:pPr indent="0">
              <a:buNone/>
            </a:pPr>
            <a:r>
              <a:rPr b="0" lang="fr-FR" sz="7000" spc="-1" strike="noStrike">
                <a:solidFill>
                  <a:schemeClr val="dk1"/>
                </a:solidFill>
                <a:latin typeface="Arial"/>
              </a:rPr>
              <a:t>Click to edit the title text format</a:t>
            </a:r>
            <a:endParaRPr b="0" lang="fr-FR" sz="7000" spc="-1" strike="noStrike">
              <a:solidFill>
                <a:schemeClr val="dk1"/>
              </a:solidFill>
              <a:latin typeface="Arial"/>
            </a:endParaRPr>
          </a:p>
        </p:txBody>
      </p:sp>
      <p:pic>
        <p:nvPicPr>
          <p:cNvPr id="3" name="Google Shape;13;p2" descr=""/>
          <p:cNvPicPr/>
          <p:nvPr/>
        </p:nvPicPr>
        <p:blipFill>
          <a:blip r:embed="rId4"/>
          <a:srcRect l="0" t="21403" r="10828" b="0"/>
          <a:stretch/>
        </p:blipFill>
        <p:spPr>
          <a:xfrm>
            <a:off x="6498360" y="0"/>
            <a:ext cx="2645280" cy="2318760"/>
          </a:xfrm>
          <a:prstGeom prst="rect">
            <a:avLst/>
          </a:prstGeom>
          <a:ln w="0">
            <a:noFill/>
          </a:ln>
        </p:spPr>
      </p:pic>
      <p:sp>
        <p:nvSpPr>
          <p:cNvPr id="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854720" y="3061800"/>
            <a:ext cx="6575760" cy="1044720"/>
          </a:xfrm>
          <a:prstGeom prst="rect">
            <a:avLst/>
          </a:prstGeom>
          <a:noFill/>
          <a:ln w="0">
            <a:noFill/>
          </a:ln>
        </p:spPr>
        <p:txBody>
          <a:bodyPr lIns="91440" rIns="91440" tIns="91440" bIns="91440" anchor="b">
            <a:noAutofit/>
          </a:bodyPr>
          <a:p>
            <a:pPr indent="0" algn="r">
              <a:lnSpc>
                <a:spcPct val="100000"/>
              </a:lnSpc>
              <a:buNone/>
            </a:pPr>
            <a:r>
              <a:rPr b="0" lang="fr-FR" sz="6000" spc="-1" strike="noStrike">
                <a:solidFill>
                  <a:schemeClr val="dk2"/>
                </a:solidFill>
                <a:latin typeface="Prata"/>
                <a:ea typeface="Prata"/>
              </a:rPr>
              <a:t>xx%</a:t>
            </a:r>
            <a:endParaRPr b="0" lang="fr-FR" sz="6000" spc="-1" strike="noStrike">
              <a:solidFill>
                <a:schemeClr val="dk1"/>
              </a:solidFill>
              <a:latin typeface="Arial"/>
            </a:endParaRPr>
          </a:p>
        </p:txBody>
      </p:sp>
      <p:pic>
        <p:nvPicPr>
          <p:cNvPr id="8" name="Google Shape;66;p11" descr=""/>
          <p:cNvPicPr/>
          <p:nvPr/>
        </p:nvPicPr>
        <p:blipFill>
          <a:blip r:embed="rId2"/>
          <a:srcRect l="25595" t="0" r="0" b="0"/>
          <a:stretch/>
        </p:blipFill>
        <p:spPr>
          <a:xfrm>
            <a:off x="0" y="2136960"/>
            <a:ext cx="644760" cy="869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9" name="Google Shape;69;p13" descr=""/>
          <p:cNvPicPr/>
          <p:nvPr/>
        </p:nvPicPr>
        <p:blipFill>
          <a:blip r:embed="rId2"/>
          <a:srcRect l="2711" t="46816" r="13301" b="0"/>
          <a:stretch/>
        </p:blipFill>
        <p:spPr>
          <a:xfrm>
            <a:off x="6782040" y="0"/>
            <a:ext cx="2361600" cy="1500480"/>
          </a:xfrm>
          <a:prstGeom prst="rect">
            <a:avLst/>
          </a:prstGeom>
          <a:ln w="0">
            <a:noFill/>
          </a:ln>
        </p:spPr>
      </p:pic>
      <p:pic>
        <p:nvPicPr>
          <p:cNvPr id="10" name="Google Shape;70;p13" descr=""/>
          <p:cNvPicPr/>
          <p:nvPr/>
        </p:nvPicPr>
        <p:blipFill>
          <a:blip r:embed="rId3"/>
          <a:srcRect l="0" t="0" r="0" b="44558"/>
          <a:stretch/>
        </p:blipFill>
        <p:spPr>
          <a:xfrm>
            <a:off x="152280" y="4695840"/>
            <a:ext cx="804600" cy="447480"/>
          </a:xfrm>
          <a:prstGeom prst="rect">
            <a:avLst/>
          </a:prstGeom>
          <a:ln w="0">
            <a:noFill/>
          </a:ln>
        </p:spPr>
      </p:pic>
      <p:sp>
        <p:nvSpPr>
          <p:cNvPr id="1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13" name="Google Shape;74;p14" descr=""/>
          <p:cNvPicPr/>
          <p:nvPr/>
        </p:nvPicPr>
        <p:blipFill>
          <a:blip r:embed="rId2"/>
          <a:srcRect l="0" t="12524" r="41878" b="26168"/>
          <a:stretch/>
        </p:blipFill>
        <p:spPr>
          <a:xfrm>
            <a:off x="7509240" y="3413160"/>
            <a:ext cx="1634400" cy="1730160"/>
          </a:xfrm>
          <a:prstGeom prst="rect">
            <a:avLst/>
          </a:prstGeom>
          <a:ln w="0">
            <a:noFill/>
          </a:ln>
        </p:spPr>
      </p:pic>
      <p:pic>
        <p:nvPicPr>
          <p:cNvPr id="14" name="Google Shape;75;p14" descr=""/>
          <p:cNvPicPr/>
          <p:nvPr/>
        </p:nvPicPr>
        <p:blipFill>
          <a:blip r:embed="rId3"/>
          <a:srcRect l="40987" t="7642" r="0" b="7642"/>
          <a:stretch/>
        </p:blipFill>
        <p:spPr>
          <a:xfrm>
            <a:off x="0" y="3837600"/>
            <a:ext cx="963000" cy="13874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5" name="Google Shape;77;p15" descr=""/>
          <p:cNvPicPr/>
          <p:nvPr/>
        </p:nvPicPr>
        <p:blipFill>
          <a:blip r:embed="rId2"/>
          <a:srcRect l="9448" t="347" r="39400" b="44616"/>
          <a:stretch/>
        </p:blipFill>
        <p:spPr>
          <a:xfrm>
            <a:off x="7906320" y="3807360"/>
            <a:ext cx="1237320" cy="1335600"/>
          </a:xfrm>
          <a:prstGeom prst="rect">
            <a:avLst/>
          </a:prstGeom>
          <a:ln w="0">
            <a:noFill/>
          </a:ln>
        </p:spPr>
      </p:pic>
      <p:sp>
        <p:nvSpPr>
          <p:cNvPr id="1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7" name="PlaceHolder 2"/>
          <p:cNvSpPr>
            <a:spLocks noGrp="1"/>
          </p:cNvSpPr>
          <p:nvPr>
            <p:ph type="title"/>
          </p:nvPr>
        </p:nvSpPr>
        <p:spPr>
          <a:xfrm>
            <a:off x="796320" y="1568520"/>
            <a:ext cx="734400" cy="585000"/>
          </a:xfrm>
          <a:prstGeom prst="rect">
            <a:avLst/>
          </a:prstGeom>
          <a:noFill/>
          <a:ln w="0">
            <a:noFill/>
          </a:ln>
        </p:spPr>
        <p:txBody>
          <a:bodyPr lIns="91440" rIns="91440" tIns="91440" bIns="91440" anchor="ctr">
            <a:noAutofit/>
          </a:bodyPr>
          <a:p>
            <a:pPr indent="0" algn="ctr">
              <a:lnSpc>
                <a:spcPct val="100000"/>
              </a:lnSpc>
              <a:buNone/>
            </a:pPr>
            <a:r>
              <a:rPr b="0" lang="fr-FR" sz="3000" spc="-1" strike="noStrike">
                <a:solidFill>
                  <a:schemeClr val="dk2"/>
                </a:solidFill>
                <a:latin typeface="Prata"/>
                <a:ea typeface="Prata"/>
              </a:rPr>
              <a:t>xx%</a:t>
            </a:r>
            <a:endParaRPr b="0" lang="fr-FR" sz="3000" spc="-1" strike="noStrike">
              <a:solidFill>
                <a:schemeClr val="dk1"/>
              </a:solidFill>
              <a:latin typeface="Arial"/>
            </a:endParaRPr>
          </a:p>
        </p:txBody>
      </p:sp>
      <p:sp>
        <p:nvSpPr>
          <p:cNvPr id="18" name="PlaceHolder 3"/>
          <p:cNvSpPr>
            <a:spLocks noGrp="1"/>
          </p:cNvSpPr>
          <p:nvPr>
            <p:ph type="title"/>
          </p:nvPr>
        </p:nvSpPr>
        <p:spPr>
          <a:xfrm>
            <a:off x="796320" y="2751480"/>
            <a:ext cx="734400" cy="585000"/>
          </a:xfrm>
          <a:prstGeom prst="rect">
            <a:avLst/>
          </a:prstGeom>
          <a:noFill/>
          <a:ln w="0">
            <a:noFill/>
          </a:ln>
        </p:spPr>
        <p:txBody>
          <a:bodyPr lIns="91440" rIns="91440" tIns="91440" bIns="91440" anchor="ctr">
            <a:noAutofit/>
          </a:bodyPr>
          <a:p>
            <a:pPr indent="0" algn="ctr">
              <a:lnSpc>
                <a:spcPct val="100000"/>
              </a:lnSpc>
              <a:buNone/>
            </a:pPr>
            <a:r>
              <a:rPr b="0" lang="fr-FR" sz="3000" spc="-1" strike="noStrike">
                <a:solidFill>
                  <a:schemeClr val="dk2"/>
                </a:solidFill>
                <a:latin typeface="Prata"/>
                <a:ea typeface="Prata"/>
              </a:rPr>
              <a:t>xx%</a:t>
            </a:r>
            <a:endParaRPr b="0" lang="fr-FR" sz="3000" spc="-1" strike="noStrike">
              <a:solidFill>
                <a:schemeClr val="dk1"/>
              </a:solidFill>
              <a:latin typeface="Arial"/>
            </a:endParaRPr>
          </a:p>
        </p:txBody>
      </p:sp>
      <p:sp>
        <p:nvSpPr>
          <p:cNvPr id="19" name="PlaceHolder 4"/>
          <p:cNvSpPr>
            <a:spLocks noGrp="1"/>
          </p:cNvSpPr>
          <p:nvPr>
            <p:ph type="title"/>
          </p:nvPr>
        </p:nvSpPr>
        <p:spPr>
          <a:xfrm>
            <a:off x="4105080" y="1568520"/>
            <a:ext cx="734400" cy="585000"/>
          </a:xfrm>
          <a:prstGeom prst="rect">
            <a:avLst/>
          </a:prstGeom>
          <a:noFill/>
          <a:ln w="0">
            <a:noFill/>
          </a:ln>
        </p:spPr>
        <p:txBody>
          <a:bodyPr lIns="91440" rIns="91440" tIns="91440" bIns="91440" anchor="ctr">
            <a:noAutofit/>
          </a:bodyPr>
          <a:p>
            <a:pPr indent="0" algn="ctr">
              <a:lnSpc>
                <a:spcPct val="100000"/>
              </a:lnSpc>
              <a:buNone/>
            </a:pPr>
            <a:r>
              <a:rPr b="0" lang="fr-FR" sz="3000" spc="-1" strike="noStrike">
                <a:solidFill>
                  <a:schemeClr val="dk2"/>
                </a:solidFill>
                <a:latin typeface="Prata"/>
                <a:ea typeface="Prata"/>
              </a:rPr>
              <a:t>xx%</a:t>
            </a:r>
            <a:endParaRPr b="0" lang="fr-FR" sz="3000" spc="-1" strike="noStrike">
              <a:solidFill>
                <a:schemeClr val="dk1"/>
              </a:solidFill>
              <a:latin typeface="Arial"/>
            </a:endParaRPr>
          </a:p>
        </p:txBody>
      </p:sp>
      <p:sp>
        <p:nvSpPr>
          <p:cNvPr id="20" name="PlaceHolder 5"/>
          <p:cNvSpPr>
            <a:spLocks noGrp="1"/>
          </p:cNvSpPr>
          <p:nvPr>
            <p:ph type="title"/>
          </p:nvPr>
        </p:nvSpPr>
        <p:spPr>
          <a:xfrm>
            <a:off x="796320" y="3934080"/>
            <a:ext cx="734400" cy="585000"/>
          </a:xfrm>
          <a:prstGeom prst="rect">
            <a:avLst/>
          </a:prstGeom>
          <a:noFill/>
          <a:ln w="0">
            <a:noFill/>
          </a:ln>
        </p:spPr>
        <p:txBody>
          <a:bodyPr lIns="91440" rIns="91440" tIns="91440" bIns="91440" anchor="ctr">
            <a:noAutofit/>
          </a:bodyPr>
          <a:p>
            <a:pPr indent="0" algn="ctr">
              <a:lnSpc>
                <a:spcPct val="100000"/>
              </a:lnSpc>
              <a:buNone/>
            </a:pPr>
            <a:r>
              <a:rPr b="0" lang="fr-FR" sz="3000" spc="-1" strike="noStrike">
                <a:solidFill>
                  <a:schemeClr val="dk2"/>
                </a:solidFill>
                <a:latin typeface="Prata"/>
                <a:ea typeface="Prata"/>
              </a:rPr>
              <a:t>xx%</a:t>
            </a:r>
            <a:endParaRPr b="0" lang="fr-FR" sz="3000" spc="-1" strike="noStrike">
              <a:solidFill>
                <a:schemeClr val="dk1"/>
              </a:solidFill>
              <a:latin typeface="Arial"/>
            </a:endParaRPr>
          </a:p>
        </p:txBody>
      </p:sp>
      <p:sp>
        <p:nvSpPr>
          <p:cNvPr id="21" name="PlaceHolder 6"/>
          <p:cNvSpPr>
            <a:spLocks noGrp="1"/>
          </p:cNvSpPr>
          <p:nvPr>
            <p:ph type="title"/>
          </p:nvPr>
        </p:nvSpPr>
        <p:spPr>
          <a:xfrm>
            <a:off x="4105080" y="2751480"/>
            <a:ext cx="734400" cy="585000"/>
          </a:xfrm>
          <a:prstGeom prst="rect">
            <a:avLst/>
          </a:prstGeom>
          <a:noFill/>
          <a:ln w="0">
            <a:noFill/>
          </a:ln>
        </p:spPr>
        <p:txBody>
          <a:bodyPr lIns="91440" rIns="91440" tIns="91440" bIns="91440" anchor="ctr">
            <a:noAutofit/>
          </a:bodyPr>
          <a:p>
            <a:pPr indent="0" algn="ctr">
              <a:lnSpc>
                <a:spcPct val="100000"/>
              </a:lnSpc>
              <a:buNone/>
            </a:pPr>
            <a:r>
              <a:rPr b="0" lang="fr-FR" sz="3000" spc="-1" strike="noStrike">
                <a:solidFill>
                  <a:schemeClr val="dk2"/>
                </a:solidFill>
                <a:latin typeface="Prata"/>
                <a:ea typeface="Prata"/>
              </a:rPr>
              <a:t>xx%</a:t>
            </a:r>
            <a:endParaRPr b="0" lang="fr-FR" sz="3000" spc="-1" strike="noStrike">
              <a:solidFill>
                <a:schemeClr val="dk1"/>
              </a:solidFill>
              <a:latin typeface="Arial"/>
            </a:endParaRPr>
          </a:p>
        </p:txBody>
      </p:sp>
      <p:sp>
        <p:nvSpPr>
          <p:cNvPr id="22" name="PlaceHolder 7"/>
          <p:cNvSpPr>
            <a:spLocks noGrp="1"/>
          </p:cNvSpPr>
          <p:nvPr>
            <p:ph type="title"/>
          </p:nvPr>
        </p:nvSpPr>
        <p:spPr>
          <a:xfrm>
            <a:off x="4105080" y="3934080"/>
            <a:ext cx="734400" cy="585000"/>
          </a:xfrm>
          <a:prstGeom prst="rect">
            <a:avLst/>
          </a:prstGeom>
          <a:noFill/>
          <a:ln w="0">
            <a:noFill/>
          </a:ln>
        </p:spPr>
        <p:txBody>
          <a:bodyPr lIns="91440" rIns="91440" tIns="91440" bIns="91440" anchor="ctr">
            <a:noAutofit/>
          </a:bodyPr>
          <a:p>
            <a:pPr indent="0" algn="ctr">
              <a:lnSpc>
                <a:spcPct val="100000"/>
              </a:lnSpc>
              <a:buNone/>
            </a:pPr>
            <a:r>
              <a:rPr b="0" lang="fr-FR" sz="3000" spc="-1" strike="noStrike">
                <a:solidFill>
                  <a:schemeClr val="dk2"/>
                </a:solidFill>
                <a:latin typeface="Prata"/>
                <a:ea typeface="Prata"/>
              </a:rPr>
              <a:t>xx%</a:t>
            </a:r>
            <a:endParaRPr b="0" lang="fr-FR" sz="3000" spc="-1" strike="noStrike">
              <a:solidFill>
                <a:schemeClr val="dk1"/>
              </a:solidFill>
              <a:latin typeface="Arial"/>
            </a:endParaRPr>
          </a:p>
        </p:txBody>
      </p:sp>
      <p:pic>
        <p:nvPicPr>
          <p:cNvPr id="23" name="Google Shape;91;p15" descr=""/>
          <p:cNvPicPr/>
          <p:nvPr/>
        </p:nvPicPr>
        <p:blipFill>
          <a:blip r:embed="rId3"/>
          <a:srcRect l="0" t="24730" r="21619" b="0"/>
          <a:stretch/>
        </p:blipFill>
        <p:spPr>
          <a:xfrm>
            <a:off x="7906320" y="0"/>
            <a:ext cx="1237320" cy="1017360"/>
          </a:xfrm>
          <a:prstGeom prst="rect">
            <a:avLst/>
          </a:prstGeom>
          <a:ln w="0">
            <a:noFill/>
          </a:ln>
        </p:spPr>
      </p:pic>
      <p:pic>
        <p:nvPicPr>
          <p:cNvPr id="24" name="Google Shape;92;p15" descr=""/>
          <p:cNvPicPr/>
          <p:nvPr/>
        </p:nvPicPr>
        <p:blipFill>
          <a:blip r:embed="rId4"/>
          <a:srcRect l="0" t="17870" r="50010" b="0"/>
          <a:stretch/>
        </p:blipFill>
        <p:spPr>
          <a:xfrm>
            <a:off x="8354520" y="0"/>
            <a:ext cx="789120" cy="1300680"/>
          </a:xfrm>
          <a:prstGeom prst="rect">
            <a:avLst/>
          </a:prstGeom>
          <a:ln w="0">
            <a:noFill/>
          </a:ln>
        </p:spPr>
      </p:pic>
      <p:pic>
        <p:nvPicPr>
          <p:cNvPr id="25" name="Google Shape;93;p15" descr=""/>
          <p:cNvPicPr/>
          <p:nvPr/>
        </p:nvPicPr>
        <p:blipFill>
          <a:blip r:embed="rId5"/>
          <a:srcRect l="0" t="-8723" r="0" b="47009"/>
          <a:stretch/>
        </p:blipFill>
        <p:spPr>
          <a:xfrm>
            <a:off x="0" y="4604040"/>
            <a:ext cx="870840" cy="539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6"/>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3052440" y="2513520"/>
            <a:ext cx="5378040" cy="66132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27" name="Google Shape;97;p16" descr=""/>
          <p:cNvPicPr/>
          <p:nvPr/>
        </p:nvPicPr>
        <p:blipFill>
          <a:blip r:embed="rId2"/>
          <a:stretch/>
        </p:blipFill>
        <p:spPr>
          <a:xfrm>
            <a:off x="0" y="2452680"/>
            <a:ext cx="866520" cy="869400"/>
          </a:xfrm>
          <a:prstGeom prst="rect">
            <a:avLst/>
          </a:prstGeom>
          <a:ln w="0">
            <a:noFill/>
          </a:ln>
        </p:spPr>
      </p:pic>
      <p:pic>
        <p:nvPicPr>
          <p:cNvPr id="28" name="Google Shape;98;p16" descr=""/>
          <p:cNvPicPr/>
          <p:nvPr/>
        </p:nvPicPr>
        <p:blipFill>
          <a:blip r:embed="rId3"/>
          <a:srcRect l="29487" t="0" r="0" b="38441"/>
          <a:stretch/>
        </p:blipFill>
        <p:spPr>
          <a:xfrm>
            <a:off x="0" y="3416400"/>
            <a:ext cx="1971360" cy="17269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720000" y="444960"/>
            <a:ext cx="77104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30" name="Google Shape;102;p17" descr=""/>
          <p:cNvPicPr/>
          <p:nvPr/>
        </p:nvPicPr>
        <p:blipFill>
          <a:blip r:embed="rId2"/>
          <a:srcRect l="0" t="0" r="0" b="41239"/>
          <a:stretch/>
        </p:blipFill>
        <p:spPr>
          <a:xfrm>
            <a:off x="5766120" y="4639320"/>
            <a:ext cx="854640" cy="503640"/>
          </a:xfrm>
          <a:prstGeom prst="rect">
            <a:avLst/>
          </a:prstGeom>
          <a:ln w="0">
            <a:noFill/>
          </a:ln>
        </p:spPr>
      </p:pic>
      <p:pic>
        <p:nvPicPr>
          <p:cNvPr id="31" name="Google Shape;103;p17" descr=""/>
          <p:cNvPicPr/>
          <p:nvPr/>
        </p:nvPicPr>
        <p:blipFill>
          <a:blip r:embed="rId3"/>
          <a:srcRect l="0" t="7082" r="48984" b="0"/>
          <a:stretch/>
        </p:blipFill>
        <p:spPr>
          <a:xfrm>
            <a:off x="7674120" y="0"/>
            <a:ext cx="1469520" cy="2685240"/>
          </a:xfrm>
          <a:prstGeom prst="rect">
            <a:avLst/>
          </a:prstGeom>
          <a:ln w="0">
            <a:noFill/>
          </a:ln>
        </p:spPr>
      </p:pic>
      <p:pic>
        <p:nvPicPr>
          <p:cNvPr id="32" name="Google Shape;104;p17" descr=""/>
          <p:cNvPicPr/>
          <p:nvPr/>
        </p:nvPicPr>
        <p:blipFill>
          <a:blip r:embed="rId4"/>
          <a:srcRect l="450" t="-9630" r="24385" b="29565"/>
          <a:stretch/>
        </p:blipFill>
        <p:spPr>
          <a:xfrm>
            <a:off x="7359480" y="3556440"/>
            <a:ext cx="1784160" cy="1627200"/>
          </a:xfrm>
          <a:prstGeom prst="rect">
            <a:avLst/>
          </a:prstGeom>
          <a:ln w="0">
            <a:noFill/>
          </a:ln>
        </p:spPr>
      </p:pic>
      <p:pic>
        <p:nvPicPr>
          <p:cNvPr id="33" name="Google Shape;105;p17" descr=""/>
          <p:cNvPicPr/>
          <p:nvPr/>
        </p:nvPicPr>
        <p:blipFill>
          <a:blip r:embed="rId5"/>
          <a:stretch/>
        </p:blipFill>
        <p:spPr>
          <a:xfrm>
            <a:off x="7603200" y="3828600"/>
            <a:ext cx="599400" cy="599400"/>
          </a:xfrm>
          <a:prstGeom prst="rect">
            <a:avLst/>
          </a:prstGeom>
          <a:ln w="0">
            <a:noFill/>
          </a:ln>
        </p:spPr>
      </p:pic>
      <p:sp>
        <p:nvSpPr>
          <p:cNvPr id="3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6"/>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5" name="Google Shape;107;p18" descr=""/>
          <p:cNvPicPr/>
          <p:nvPr/>
        </p:nvPicPr>
        <p:blipFill>
          <a:blip r:embed="rId2"/>
          <a:srcRect l="0" t="0" r="41626" b="33443"/>
          <a:stretch/>
        </p:blipFill>
        <p:spPr>
          <a:xfrm>
            <a:off x="7462080" y="3219480"/>
            <a:ext cx="1681560" cy="1923480"/>
          </a:xfrm>
          <a:prstGeom prst="rect">
            <a:avLst/>
          </a:prstGeom>
          <a:ln w="0">
            <a:noFill/>
          </a:ln>
        </p:spPr>
      </p:pic>
      <p:pic>
        <p:nvPicPr>
          <p:cNvPr id="36" name="Google Shape;108;p18" descr=""/>
          <p:cNvPicPr/>
          <p:nvPr/>
        </p:nvPicPr>
        <p:blipFill>
          <a:blip r:embed="rId3"/>
          <a:srcRect l="0" t="37746" r="0" b="0"/>
          <a:stretch/>
        </p:blipFill>
        <p:spPr>
          <a:xfrm>
            <a:off x="8060760" y="0"/>
            <a:ext cx="854640" cy="533520"/>
          </a:xfrm>
          <a:prstGeom prst="rect">
            <a:avLst/>
          </a:prstGeom>
          <a:ln w="0">
            <a:noFill/>
          </a:ln>
        </p:spPr>
      </p:pic>
      <p:sp>
        <p:nvSpPr>
          <p:cNvPr id="37" name="PlaceHolder 1"/>
          <p:cNvSpPr>
            <a:spLocks noGrp="1"/>
          </p:cNvSpPr>
          <p:nvPr>
            <p:ph type="title"/>
          </p:nvPr>
        </p:nvSpPr>
        <p:spPr>
          <a:xfrm>
            <a:off x="4176720" y="1093680"/>
            <a:ext cx="3519360" cy="165744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38" name="PlaceHolder 2"/>
          <p:cNvSpPr>
            <a:spLocks noGrp="1"/>
          </p:cNvSpPr>
          <p:nvPr>
            <p:ph type="body"/>
          </p:nvPr>
        </p:nvSpPr>
        <p:spPr>
          <a:xfrm>
            <a:off x="713160" y="533880"/>
            <a:ext cx="2909520" cy="4075560"/>
          </a:xfrm>
          <a:prstGeom prst="rect">
            <a:avLst/>
          </a:prstGeom>
          <a:noFill/>
          <a:ln w="0">
            <a:noFill/>
          </a:ln>
        </p:spPr>
        <p:txBody>
          <a:bodyPr lIns="90000" rIns="90000" tIns="45000" bIns="45000" anchor="t">
            <a:normAutofit fontScale="5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pic>
        <p:nvPicPr>
          <p:cNvPr id="39" name="Google Shape;112;p18" descr=""/>
          <p:cNvPicPr/>
          <p:nvPr/>
        </p:nvPicPr>
        <p:blipFill>
          <a:blip r:embed="rId4"/>
          <a:stretch/>
        </p:blipFill>
        <p:spPr>
          <a:xfrm>
            <a:off x="3203280" y="4285800"/>
            <a:ext cx="854640" cy="85716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5" r:id="rId5"/>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41" name="Google Shape;119;p19" descr=""/>
          <p:cNvPicPr/>
          <p:nvPr/>
        </p:nvPicPr>
        <p:blipFill>
          <a:blip r:embed="rId2"/>
          <a:srcRect l="38548" t="0" r="0" b="0"/>
          <a:stretch/>
        </p:blipFill>
        <p:spPr>
          <a:xfrm>
            <a:off x="0" y="343080"/>
            <a:ext cx="524880" cy="857160"/>
          </a:xfrm>
          <a:prstGeom prst="rect">
            <a:avLst/>
          </a:prstGeom>
          <a:ln w="0">
            <a:noFill/>
          </a:ln>
        </p:spPr>
      </p:pic>
      <p:pic>
        <p:nvPicPr>
          <p:cNvPr id="42" name="Google Shape;120;p19" descr=""/>
          <p:cNvPicPr/>
          <p:nvPr/>
        </p:nvPicPr>
        <p:blipFill>
          <a:blip r:embed="rId3"/>
          <a:srcRect l="0" t="0" r="47106" b="14377"/>
          <a:stretch/>
        </p:blipFill>
        <p:spPr>
          <a:xfrm>
            <a:off x="7620120" y="2668320"/>
            <a:ext cx="1523520" cy="24746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44" name="Google Shape;125;p20" descr=""/>
          <p:cNvPicPr/>
          <p:nvPr/>
        </p:nvPicPr>
        <p:blipFill>
          <a:blip r:embed="rId2"/>
          <a:srcRect l="41007" t="0" r="0" b="0"/>
          <a:stretch/>
        </p:blipFill>
        <p:spPr>
          <a:xfrm>
            <a:off x="0" y="4062960"/>
            <a:ext cx="573480" cy="975600"/>
          </a:xfrm>
          <a:prstGeom prst="rect">
            <a:avLst/>
          </a:prstGeom>
          <a:ln w="0">
            <a:noFill/>
          </a:ln>
        </p:spPr>
      </p:pic>
      <p:pic>
        <p:nvPicPr>
          <p:cNvPr id="45" name="Google Shape;126;p20" descr=""/>
          <p:cNvPicPr/>
          <p:nvPr/>
        </p:nvPicPr>
        <p:blipFill>
          <a:blip r:embed="rId3"/>
          <a:srcRect l="0" t="0" r="50087" b="0"/>
          <a:stretch/>
        </p:blipFill>
        <p:spPr>
          <a:xfrm>
            <a:off x="8570160" y="104760"/>
            <a:ext cx="573480" cy="1153080"/>
          </a:xfrm>
          <a:prstGeom prst="rect">
            <a:avLst/>
          </a:prstGeom>
          <a:ln w="0">
            <a:noFill/>
          </a:ln>
        </p:spPr>
      </p:pic>
      <p:pic>
        <p:nvPicPr>
          <p:cNvPr id="46" name="Google Shape;127;p20" descr=""/>
          <p:cNvPicPr/>
          <p:nvPr/>
        </p:nvPicPr>
        <p:blipFill>
          <a:blip r:embed="rId4"/>
          <a:srcRect l="0" t="20108" r="0" b="0"/>
          <a:stretch/>
        </p:blipFill>
        <p:spPr>
          <a:xfrm>
            <a:off x="8127000" y="-33120"/>
            <a:ext cx="714240" cy="572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9" r:id="rId5"/>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789480" y="2813040"/>
            <a:ext cx="5067360" cy="1790640"/>
          </a:xfrm>
          <a:prstGeom prst="rect">
            <a:avLst/>
          </a:prstGeom>
          <a:noFill/>
          <a:ln w="0">
            <a:noFill/>
          </a:ln>
        </p:spPr>
        <p:txBody>
          <a:bodyPr lIns="91440" rIns="91440" tIns="91440" bIns="91440" anchor="t">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48" name="PlaceHolder 2"/>
          <p:cNvSpPr>
            <a:spLocks noGrp="1"/>
          </p:cNvSpPr>
          <p:nvPr>
            <p:ph type="title"/>
          </p:nvPr>
        </p:nvSpPr>
        <p:spPr>
          <a:xfrm>
            <a:off x="865800" y="774720"/>
            <a:ext cx="1651680" cy="1371240"/>
          </a:xfrm>
          <a:prstGeom prst="rect">
            <a:avLst/>
          </a:prstGeom>
          <a:noFill/>
          <a:ln w="0">
            <a:noFill/>
          </a:ln>
        </p:spPr>
        <p:txBody>
          <a:bodyPr lIns="91440" rIns="91440" tIns="91440" bIns="91440" anchor="ctr">
            <a:noAutofit/>
          </a:bodyPr>
          <a:p>
            <a:pPr indent="0">
              <a:lnSpc>
                <a:spcPct val="100000"/>
              </a:lnSpc>
              <a:buNone/>
            </a:pPr>
            <a:r>
              <a:rPr b="0" lang="fr-FR" sz="8000" spc="-1" strike="noStrike">
                <a:solidFill>
                  <a:schemeClr val="dk2"/>
                </a:solidFill>
                <a:latin typeface="Prata"/>
                <a:ea typeface="Prata"/>
              </a:rPr>
              <a:t>xx%</a:t>
            </a:r>
            <a:endParaRPr b="0" lang="fr-FR" sz="8000" spc="-1" strike="noStrike">
              <a:solidFill>
                <a:schemeClr val="dk1"/>
              </a:solidFill>
              <a:latin typeface="Arial"/>
            </a:endParaRPr>
          </a:p>
        </p:txBody>
      </p:sp>
      <p:pic>
        <p:nvPicPr>
          <p:cNvPr id="49" name="Google Shape;17;p3" descr=""/>
          <p:cNvPicPr/>
          <p:nvPr/>
        </p:nvPicPr>
        <p:blipFill>
          <a:blip r:embed="rId2"/>
          <a:srcRect l="0" t="0" r="31713" b="38228"/>
          <a:stretch/>
        </p:blipFill>
        <p:spPr>
          <a:xfrm>
            <a:off x="7491960" y="3644280"/>
            <a:ext cx="1651680" cy="1499040"/>
          </a:xfrm>
          <a:prstGeom prst="rect">
            <a:avLst/>
          </a:prstGeom>
          <a:ln w="0">
            <a:noFill/>
          </a:ln>
        </p:spPr>
      </p:pic>
      <p:pic>
        <p:nvPicPr>
          <p:cNvPr id="50" name="Google Shape;18;p3" descr=""/>
          <p:cNvPicPr/>
          <p:nvPr/>
        </p:nvPicPr>
        <p:blipFill>
          <a:blip r:embed="rId3"/>
          <a:srcRect l="0" t="31705" r="17351" b="0"/>
          <a:stretch/>
        </p:blipFill>
        <p:spPr>
          <a:xfrm>
            <a:off x="5911200" y="0"/>
            <a:ext cx="3232440" cy="2287440"/>
          </a:xfrm>
          <a:prstGeom prst="rect">
            <a:avLst/>
          </a:prstGeom>
          <a:ln w="0">
            <a:noFill/>
          </a:ln>
        </p:spPr>
      </p:pic>
      <p:pic>
        <p:nvPicPr>
          <p:cNvPr id="51" name="Google Shape;19;p3" descr=""/>
          <p:cNvPicPr/>
          <p:nvPr/>
        </p:nvPicPr>
        <p:blipFill>
          <a:blip r:embed="rId4"/>
          <a:stretch/>
        </p:blipFill>
        <p:spPr>
          <a:xfrm>
            <a:off x="6860880" y="1292400"/>
            <a:ext cx="1056960" cy="1113840"/>
          </a:xfrm>
          <a:prstGeom prst="rect">
            <a:avLst/>
          </a:prstGeom>
          <a:ln w="0">
            <a:noFill/>
          </a:ln>
        </p:spPr>
      </p:pic>
      <p:pic>
        <p:nvPicPr>
          <p:cNvPr id="52" name="Google Shape;20;p3" descr=""/>
          <p:cNvPicPr/>
          <p:nvPr/>
        </p:nvPicPr>
        <p:blipFill>
          <a:blip r:embed="rId5"/>
          <a:srcRect l="0" t="0" r="25595" b="0"/>
          <a:stretch/>
        </p:blipFill>
        <p:spPr>
          <a:xfrm>
            <a:off x="8498880" y="1608480"/>
            <a:ext cx="644760" cy="869400"/>
          </a:xfrm>
          <a:prstGeom prst="rect">
            <a:avLst/>
          </a:prstGeom>
          <a:ln w="0">
            <a:noFill/>
          </a:ln>
        </p:spPr>
      </p:pic>
      <p:pic>
        <p:nvPicPr>
          <p:cNvPr id="53" name="Google Shape;21;p3" descr=""/>
          <p:cNvPicPr/>
          <p:nvPr/>
        </p:nvPicPr>
        <p:blipFill>
          <a:blip r:embed="rId6"/>
          <a:stretch/>
        </p:blipFill>
        <p:spPr>
          <a:xfrm rot="5400000">
            <a:off x="210600" y="4530240"/>
            <a:ext cx="463680" cy="488520"/>
          </a:xfrm>
          <a:prstGeom prst="rect">
            <a:avLst/>
          </a:prstGeom>
          <a:ln w="0">
            <a:noFill/>
          </a:ln>
        </p:spPr>
      </p:pic>
      <p:sp>
        <p:nvSpPr>
          <p:cNvPr id="54"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7"/>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56" name="Google Shape;132;p21" descr=""/>
          <p:cNvPicPr/>
          <p:nvPr/>
        </p:nvPicPr>
        <p:blipFill>
          <a:blip r:embed="rId2"/>
          <a:srcRect l="34037" t="0" r="0" b="32748"/>
          <a:stretch/>
        </p:blipFill>
        <p:spPr>
          <a:xfrm>
            <a:off x="0" y="3238920"/>
            <a:ext cx="1861920" cy="1904400"/>
          </a:xfrm>
          <a:prstGeom prst="rect">
            <a:avLst/>
          </a:prstGeom>
          <a:ln w="0">
            <a:noFill/>
          </a:ln>
        </p:spPr>
      </p:pic>
      <p:pic>
        <p:nvPicPr>
          <p:cNvPr id="57" name="Google Shape;133;p21" descr=""/>
          <p:cNvPicPr/>
          <p:nvPr/>
        </p:nvPicPr>
        <p:blipFill>
          <a:blip r:embed="rId3"/>
          <a:srcRect l="0" t="0" r="50087" b="0"/>
          <a:stretch/>
        </p:blipFill>
        <p:spPr>
          <a:xfrm>
            <a:off x="8570160" y="104760"/>
            <a:ext cx="573480" cy="1153080"/>
          </a:xfrm>
          <a:prstGeom prst="rect">
            <a:avLst/>
          </a:prstGeom>
          <a:ln w="0">
            <a:noFill/>
          </a:ln>
        </p:spPr>
      </p:pic>
      <p:pic>
        <p:nvPicPr>
          <p:cNvPr id="58" name="Google Shape;134;p21" descr=""/>
          <p:cNvPicPr/>
          <p:nvPr/>
        </p:nvPicPr>
        <p:blipFill>
          <a:blip r:embed="rId4"/>
          <a:srcRect l="0" t="20108" r="0" b="0"/>
          <a:stretch/>
        </p:blipFill>
        <p:spPr>
          <a:xfrm>
            <a:off x="8127000" y="-33120"/>
            <a:ext cx="714240" cy="572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3" r:id="rId5"/>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60" name="Google Shape;143;p22" descr=""/>
          <p:cNvPicPr/>
          <p:nvPr/>
        </p:nvPicPr>
        <p:blipFill>
          <a:blip r:embed="rId2"/>
          <a:srcRect l="0" t="41683" r="0" b="0"/>
          <a:stretch/>
        </p:blipFill>
        <p:spPr>
          <a:xfrm>
            <a:off x="8334000" y="0"/>
            <a:ext cx="760320" cy="444600"/>
          </a:xfrm>
          <a:prstGeom prst="rect">
            <a:avLst/>
          </a:prstGeom>
          <a:ln w="0">
            <a:noFill/>
          </a:ln>
        </p:spPr>
      </p:pic>
      <p:pic>
        <p:nvPicPr>
          <p:cNvPr id="61" name="Google Shape;144;p22" descr=""/>
          <p:cNvPicPr/>
          <p:nvPr/>
        </p:nvPicPr>
        <p:blipFill>
          <a:blip r:embed="rId3"/>
          <a:srcRect l="8693" t="0" r="0" b="43670"/>
          <a:stretch/>
        </p:blipFill>
        <p:spPr>
          <a:xfrm>
            <a:off x="0" y="3515400"/>
            <a:ext cx="2630160" cy="1627560"/>
          </a:xfrm>
          <a:prstGeom prst="rect">
            <a:avLst/>
          </a:prstGeom>
          <a:ln w="0">
            <a:noFill/>
          </a:ln>
        </p:spPr>
      </p:pic>
      <p:pic>
        <p:nvPicPr>
          <p:cNvPr id="62" name="Google Shape;145;p22" descr=""/>
          <p:cNvPicPr/>
          <p:nvPr/>
        </p:nvPicPr>
        <p:blipFill>
          <a:blip r:embed="rId4"/>
          <a:srcRect l="6428" t="0" r="45886" b="0"/>
          <a:stretch/>
        </p:blipFill>
        <p:spPr>
          <a:xfrm>
            <a:off x="8578440" y="228600"/>
            <a:ext cx="565200" cy="11894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5" r:id="rId5"/>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64" name="Google Shape;156;p23" descr=""/>
          <p:cNvPicPr/>
          <p:nvPr/>
        </p:nvPicPr>
        <p:blipFill>
          <a:blip r:embed="rId2"/>
          <a:stretch/>
        </p:blipFill>
        <p:spPr>
          <a:xfrm>
            <a:off x="8003520" y="0"/>
            <a:ext cx="854640" cy="857160"/>
          </a:xfrm>
          <a:prstGeom prst="rect">
            <a:avLst/>
          </a:prstGeom>
          <a:ln w="0">
            <a:noFill/>
          </a:ln>
        </p:spPr>
      </p:pic>
      <p:pic>
        <p:nvPicPr>
          <p:cNvPr id="65" name="Google Shape;157;p23" descr=""/>
          <p:cNvPicPr/>
          <p:nvPr/>
        </p:nvPicPr>
        <p:blipFill>
          <a:blip r:embed="rId3"/>
          <a:srcRect l="0" t="0" r="49158" b="0"/>
          <a:stretch/>
        </p:blipFill>
        <p:spPr>
          <a:xfrm>
            <a:off x="7679160" y="2172600"/>
            <a:ext cx="1464480" cy="28900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6" name="Google Shape;159;p24" descr=""/>
          <p:cNvPicPr/>
          <p:nvPr/>
        </p:nvPicPr>
        <p:blipFill>
          <a:blip r:embed="rId2"/>
          <a:srcRect l="0" t="22057" r="45712" b="0"/>
          <a:stretch/>
        </p:blipFill>
        <p:spPr>
          <a:xfrm>
            <a:off x="7580160" y="0"/>
            <a:ext cx="1563480" cy="2252520"/>
          </a:xfrm>
          <a:prstGeom prst="rect">
            <a:avLst/>
          </a:prstGeom>
          <a:ln w="0">
            <a:noFill/>
          </a:ln>
        </p:spPr>
      </p:pic>
      <p:pic>
        <p:nvPicPr>
          <p:cNvPr id="67" name="Google Shape;160;p24" descr=""/>
          <p:cNvPicPr/>
          <p:nvPr/>
        </p:nvPicPr>
        <p:blipFill>
          <a:blip r:embed="rId3"/>
          <a:srcRect l="44143" t="0" r="0" b="16770"/>
          <a:stretch/>
        </p:blipFill>
        <p:spPr>
          <a:xfrm>
            <a:off x="0" y="4429800"/>
            <a:ext cx="477360" cy="713520"/>
          </a:xfrm>
          <a:prstGeom prst="rect">
            <a:avLst/>
          </a:prstGeom>
          <a:ln w="0">
            <a:noFill/>
          </a:ln>
        </p:spPr>
      </p:pic>
      <p:sp>
        <p:nvSpPr>
          <p:cNvPr id="6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70" name="Google Shape;184;p25" descr=""/>
          <p:cNvPicPr/>
          <p:nvPr/>
        </p:nvPicPr>
        <p:blipFill>
          <a:blip r:embed="rId2"/>
          <a:srcRect l="11578" t="36878" r="34153" b="0"/>
          <a:stretch/>
        </p:blipFill>
        <p:spPr>
          <a:xfrm>
            <a:off x="7580160" y="0"/>
            <a:ext cx="1563480" cy="1824120"/>
          </a:xfrm>
          <a:prstGeom prst="rect">
            <a:avLst/>
          </a:prstGeom>
          <a:ln w="0">
            <a:noFill/>
          </a:ln>
        </p:spPr>
      </p:pic>
      <p:pic>
        <p:nvPicPr>
          <p:cNvPr id="71" name="Google Shape;185;p25" descr=""/>
          <p:cNvPicPr/>
          <p:nvPr/>
        </p:nvPicPr>
        <p:blipFill>
          <a:blip r:embed="rId3"/>
          <a:srcRect l="-3950" t="-21382" r="3930" b="38151"/>
          <a:stretch/>
        </p:blipFill>
        <p:spPr>
          <a:xfrm>
            <a:off x="124560" y="4429800"/>
            <a:ext cx="854640" cy="713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1"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3733920" y="539640"/>
            <a:ext cx="4696560" cy="768600"/>
          </a:xfrm>
          <a:prstGeom prst="rect">
            <a:avLst/>
          </a:prstGeom>
          <a:noFill/>
          <a:ln w="0">
            <a:noFill/>
          </a:ln>
        </p:spPr>
        <p:txBody>
          <a:bodyPr lIns="91440" rIns="91440" tIns="91440" bIns="91440" anchor="ctr">
            <a:noAutofit/>
          </a:bodyPr>
          <a:p>
            <a:pPr indent="0" algn="r">
              <a:lnSpc>
                <a:spcPct val="100000"/>
              </a:lnSpc>
              <a:buNone/>
            </a:pPr>
            <a:r>
              <a:rPr b="0" lang="fr-FR" sz="4500" spc="-1" strike="noStrike">
                <a:solidFill>
                  <a:schemeClr val="dk2"/>
                </a:solidFill>
                <a:latin typeface="Prata"/>
                <a:ea typeface="Prata"/>
              </a:rPr>
              <a:t>xx%</a:t>
            </a:r>
            <a:endParaRPr b="0" lang="fr-FR" sz="4500" spc="-1" strike="noStrike">
              <a:solidFill>
                <a:schemeClr val="dk1"/>
              </a:solidFill>
              <a:latin typeface="Arial"/>
            </a:endParaRPr>
          </a:p>
        </p:txBody>
      </p:sp>
      <p:sp>
        <p:nvSpPr>
          <p:cNvPr id="73" name="PlaceHolder 2"/>
          <p:cNvSpPr>
            <a:spLocks noGrp="1"/>
          </p:cNvSpPr>
          <p:nvPr>
            <p:ph type="title"/>
          </p:nvPr>
        </p:nvSpPr>
        <p:spPr>
          <a:xfrm>
            <a:off x="3733920" y="1970640"/>
            <a:ext cx="4696560" cy="768600"/>
          </a:xfrm>
          <a:prstGeom prst="rect">
            <a:avLst/>
          </a:prstGeom>
          <a:noFill/>
          <a:ln w="0">
            <a:noFill/>
          </a:ln>
        </p:spPr>
        <p:txBody>
          <a:bodyPr lIns="91440" rIns="91440" tIns="91440" bIns="91440" anchor="ctr">
            <a:noAutofit/>
          </a:bodyPr>
          <a:p>
            <a:pPr indent="0" algn="r">
              <a:lnSpc>
                <a:spcPct val="100000"/>
              </a:lnSpc>
              <a:buNone/>
            </a:pPr>
            <a:r>
              <a:rPr b="0" lang="fr-FR" sz="4500" spc="-1" strike="noStrike">
                <a:solidFill>
                  <a:schemeClr val="dk2"/>
                </a:solidFill>
                <a:latin typeface="Prata"/>
                <a:ea typeface="Prata"/>
              </a:rPr>
              <a:t>xx%</a:t>
            </a:r>
            <a:endParaRPr b="0" lang="fr-FR" sz="4500" spc="-1" strike="noStrike">
              <a:solidFill>
                <a:schemeClr val="dk1"/>
              </a:solidFill>
              <a:latin typeface="Arial"/>
            </a:endParaRPr>
          </a:p>
        </p:txBody>
      </p:sp>
      <p:sp>
        <p:nvSpPr>
          <p:cNvPr id="74" name="PlaceHolder 3"/>
          <p:cNvSpPr>
            <a:spLocks noGrp="1"/>
          </p:cNvSpPr>
          <p:nvPr>
            <p:ph type="title"/>
          </p:nvPr>
        </p:nvSpPr>
        <p:spPr>
          <a:xfrm>
            <a:off x="3733920" y="3402000"/>
            <a:ext cx="4696560" cy="768600"/>
          </a:xfrm>
          <a:prstGeom prst="rect">
            <a:avLst/>
          </a:prstGeom>
          <a:noFill/>
          <a:ln w="0">
            <a:noFill/>
          </a:ln>
        </p:spPr>
        <p:txBody>
          <a:bodyPr lIns="91440" rIns="91440" tIns="91440" bIns="91440" anchor="ctr">
            <a:noAutofit/>
          </a:bodyPr>
          <a:p>
            <a:pPr indent="0" algn="r">
              <a:lnSpc>
                <a:spcPct val="100000"/>
              </a:lnSpc>
              <a:buNone/>
            </a:pPr>
            <a:r>
              <a:rPr b="0" lang="fr-FR" sz="4500" spc="-1" strike="noStrike">
                <a:solidFill>
                  <a:schemeClr val="dk2"/>
                </a:solidFill>
                <a:latin typeface="Prata"/>
                <a:ea typeface="Prata"/>
              </a:rPr>
              <a:t>xx%</a:t>
            </a:r>
            <a:endParaRPr b="0" lang="fr-FR" sz="4500" spc="-1" strike="noStrike">
              <a:solidFill>
                <a:schemeClr val="dk1"/>
              </a:solidFill>
              <a:latin typeface="Arial"/>
            </a:endParaRPr>
          </a:p>
        </p:txBody>
      </p:sp>
      <p:pic>
        <p:nvPicPr>
          <p:cNvPr id="75" name="Google Shape;193;p26" descr=""/>
          <p:cNvPicPr/>
          <p:nvPr/>
        </p:nvPicPr>
        <p:blipFill>
          <a:blip r:embed="rId2"/>
          <a:stretch/>
        </p:blipFill>
        <p:spPr>
          <a:xfrm>
            <a:off x="0" y="104760"/>
            <a:ext cx="866520" cy="869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3254040" y="2813040"/>
            <a:ext cx="5067360" cy="1790640"/>
          </a:xfrm>
          <a:prstGeom prst="rect">
            <a:avLst/>
          </a:prstGeom>
          <a:noFill/>
          <a:ln w="0">
            <a:noFill/>
          </a:ln>
        </p:spPr>
        <p:txBody>
          <a:bodyPr lIns="91440" rIns="91440" tIns="91440" bIns="91440" anchor="t">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77" name="PlaceHolder 2"/>
          <p:cNvSpPr>
            <a:spLocks noGrp="1"/>
          </p:cNvSpPr>
          <p:nvPr>
            <p:ph type="title"/>
          </p:nvPr>
        </p:nvSpPr>
        <p:spPr>
          <a:xfrm>
            <a:off x="3330360" y="1361520"/>
            <a:ext cx="1651680" cy="1371240"/>
          </a:xfrm>
          <a:prstGeom prst="rect">
            <a:avLst/>
          </a:prstGeom>
          <a:noFill/>
          <a:ln w="0">
            <a:noFill/>
          </a:ln>
        </p:spPr>
        <p:txBody>
          <a:bodyPr lIns="91440" rIns="91440" tIns="91440" bIns="91440" anchor="ctr">
            <a:noAutofit/>
          </a:bodyPr>
          <a:p>
            <a:pPr indent="0">
              <a:lnSpc>
                <a:spcPct val="100000"/>
              </a:lnSpc>
              <a:buNone/>
            </a:pPr>
            <a:r>
              <a:rPr b="0" lang="fr-FR" sz="8000" spc="-1" strike="noStrike">
                <a:solidFill>
                  <a:schemeClr val="dk2"/>
                </a:solidFill>
                <a:latin typeface="Prata"/>
                <a:ea typeface="Prata"/>
              </a:rPr>
              <a:t>xx%</a:t>
            </a:r>
            <a:endParaRPr b="0" lang="fr-FR" sz="8000" spc="-1" strike="noStrike">
              <a:solidFill>
                <a:schemeClr val="dk1"/>
              </a:solidFill>
              <a:latin typeface="Arial"/>
            </a:endParaRPr>
          </a:p>
        </p:txBody>
      </p:sp>
      <p:pic>
        <p:nvPicPr>
          <p:cNvPr id="78" name="Google Shape;197;p27" descr=""/>
          <p:cNvPicPr/>
          <p:nvPr/>
        </p:nvPicPr>
        <p:blipFill>
          <a:blip r:embed="rId2"/>
          <a:srcRect l="0" t="0" r="31713" b="38228"/>
          <a:stretch/>
        </p:blipFill>
        <p:spPr>
          <a:xfrm>
            <a:off x="7491960" y="3644280"/>
            <a:ext cx="1651680" cy="1499040"/>
          </a:xfrm>
          <a:prstGeom prst="rect">
            <a:avLst/>
          </a:prstGeom>
          <a:ln w="0">
            <a:noFill/>
          </a:ln>
        </p:spPr>
      </p:pic>
      <p:pic>
        <p:nvPicPr>
          <p:cNvPr id="79" name="Google Shape;198;p27" descr=""/>
          <p:cNvPicPr/>
          <p:nvPr/>
        </p:nvPicPr>
        <p:blipFill>
          <a:blip r:embed="rId3"/>
          <a:srcRect l="0" t="31705" r="17351" b="0"/>
          <a:stretch/>
        </p:blipFill>
        <p:spPr>
          <a:xfrm>
            <a:off x="6340320" y="0"/>
            <a:ext cx="2803320" cy="1983600"/>
          </a:xfrm>
          <a:prstGeom prst="rect">
            <a:avLst/>
          </a:prstGeom>
          <a:ln w="0">
            <a:noFill/>
          </a:ln>
        </p:spPr>
      </p:pic>
      <p:pic>
        <p:nvPicPr>
          <p:cNvPr id="80" name="Google Shape;199;p27" descr=""/>
          <p:cNvPicPr/>
          <p:nvPr/>
        </p:nvPicPr>
        <p:blipFill>
          <a:blip r:embed="rId4"/>
          <a:stretch/>
        </p:blipFill>
        <p:spPr>
          <a:xfrm>
            <a:off x="7163640" y="1182960"/>
            <a:ext cx="916560" cy="965880"/>
          </a:xfrm>
          <a:prstGeom prst="rect">
            <a:avLst/>
          </a:prstGeom>
          <a:ln w="0">
            <a:noFill/>
          </a:ln>
        </p:spPr>
      </p:pic>
      <p:pic>
        <p:nvPicPr>
          <p:cNvPr id="81" name="Google Shape;200;p27" descr=""/>
          <p:cNvPicPr/>
          <p:nvPr/>
        </p:nvPicPr>
        <p:blipFill>
          <a:blip r:embed="rId5"/>
          <a:srcRect l="0" t="0" r="25595" b="0"/>
          <a:stretch/>
        </p:blipFill>
        <p:spPr>
          <a:xfrm>
            <a:off x="8498880" y="1441440"/>
            <a:ext cx="644760" cy="869400"/>
          </a:xfrm>
          <a:prstGeom prst="rect">
            <a:avLst/>
          </a:prstGeom>
          <a:ln w="0">
            <a:noFill/>
          </a:ln>
        </p:spPr>
      </p:pic>
      <p:sp>
        <p:nvSpPr>
          <p:cNvPr id="8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6"/>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713160" y="539640"/>
            <a:ext cx="4447800" cy="105840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84" name="Google Shape;204;p28"/>
          <p:cNvSpPr/>
          <p:nvPr/>
        </p:nvSpPr>
        <p:spPr>
          <a:xfrm>
            <a:off x="4122000" y="3454920"/>
            <a:ext cx="4308120" cy="712800"/>
          </a:xfrm>
          <a:prstGeom prst="rect">
            <a:avLst/>
          </a:prstGeom>
          <a:noFill/>
          <a:ln w="0">
            <a:noFill/>
          </a:ln>
        </p:spPr>
        <p:style>
          <a:lnRef idx="0"/>
          <a:fillRef idx="0"/>
          <a:effectRef idx="0"/>
          <a:fontRef idx="minor"/>
        </p:style>
        <p:txBody>
          <a:bodyPr tIns="91440" bIns="91440" anchor="t">
            <a:noAutofit/>
          </a:bodyPr>
          <a:p>
            <a:pPr algn="r" defTabSz="914400">
              <a:lnSpc>
                <a:spcPct val="100000"/>
              </a:lnSpc>
              <a:spcBef>
                <a:spcPts val="300"/>
              </a:spcBef>
              <a:tabLst>
                <a:tab algn="l" pos="0"/>
              </a:tabLst>
            </a:pPr>
            <a:r>
              <a:rPr b="1" lang="en" sz="1000" spc="-1" strike="noStrike">
                <a:solidFill>
                  <a:schemeClr val="dk1"/>
                </a:solidFill>
                <a:latin typeface="Open Sans"/>
                <a:ea typeface="Open Sans"/>
              </a:rPr>
              <a:t>CREDITS:</a:t>
            </a:r>
            <a:r>
              <a:rPr b="0" lang="en" sz="1000" spc="-1" strike="noStrike">
                <a:solidFill>
                  <a:schemeClr val="dk1"/>
                </a:solidFill>
                <a:latin typeface="Open Sans"/>
                <a:ea typeface="Open Sans"/>
              </a:rPr>
              <a:t> This presentation template was created by </a:t>
            </a:r>
            <a:r>
              <a:rPr b="1" lang="en" sz="1000" spc="-1" strike="noStrike" u="sng">
                <a:solidFill>
                  <a:schemeClr val="hlink"/>
                </a:solidFill>
                <a:uFillTx/>
                <a:latin typeface="Open Sans"/>
                <a:ea typeface="Open Sans"/>
                <a:hlinkClick r:id="rId2"/>
              </a:rPr>
              <a:t>Slidesgo</a:t>
            </a:r>
            <a:r>
              <a:rPr b="0" lang="en" sz="1000" spc="-1" strike="noStrike">
                <a:solidFill>
                  <a:schemeClr val="dk1"/>
                </a:solidFill>
                <a:latin typeface="Open Sans"/>
                <a:ea typeface="Open Sans"/>
              </a:rPr>
              <a:t>, and includes icons, infographics &amp; images by </a:t>
            </a:r>
            <a:r>
              <a:rPr b="1" lang="en" sz="1000" spc="-1" strike="noStrike" u="sng">
                <a:solidFill>
                  <a:schemeClr val="dk1"/>
                </a:solidFill>
                <a:uFillTx/>
                <a:latin typeface="Open Sans"/>
                <a:ea typeface="Open Sans"/>
                <a:hlinkClick r:id="rId3"/>
              </a:rPr>
              <a:t>Freepik</a:t>
            </a:r>
            <a:r>
              <a:rPr b="0" lang="en" sz="1000" spc="-1" strike="noStrike" u="sng">
                <a:solidFill>
                  <a:schemeClr val="dk1"/>
                </a:solidFill>
                <a:uFillTx/>
                <a:latin typeface="Open Sans"/>
                <a:ea typeface="Open Sans"/>
              </a:rPr>
              <a:t> </a:t>
            </a:r>
            <a:endParaRPr b="0" lang="en-US" sz="1000" spc="-1" strike="noStrike">
              <a:solidFill>
                <a:srgbClr val="000000"/>
              </a:solidFill>
              <a:latin typeface="OpenSymbol"/>
            </a:endParaRPr>
          </a:p>
        </p:txBody>
      </p:sp>
      <p:pic>
        <p:nvPicPr>
          <p:cNvPr id="85" name="Google Shape;205;p28" descr=""/>
          <p:cNvPicPr/>
          <p:nvPr/>
        </p:nvPicPr>
        <p:blipFill>
          <a:blip r:embed="rId4"/>
          <a:stretch/>
        </p:blipFill>
        <p:spPr>
          <a:xfrm>
            <a:off x="6615360" y="-51480"/>
            <a:ext cx="2535840" cy="2522160"/>
          </a:xfrm>
          <a:prstGeom prst="rect">
            <a:avLst/>
          </a:prstGeom>
          <a:ln w="0">
            <a:noFill/>
          </a:ln>
        </p:spPr>
      </p:pic>
      <p:pic>
        <p:nvPicPr>
          <p:cNvPr id="86" name="Google Shape;206;p28" descr=""/>
          <p:cNvPicPr/>
          <p:nvPr/>
        </p:nvPicPr>
        <p:blipFill>
          <a:blip r:embed="rId5"/>
          <a:stretch/>
        </p:blipFill>
        <p:spPr>
          <a:xfrm>
            <a:off x="428760" y="4273920"/>
            <a:ext cx="825120" cy="869400"/>
          </a:xfrm>
          <a:prstGeom prst="rect">
            <a:avLst/>
          </a:prstGeom>
          <a:ln w="0">
            <a:noFill/>
          </a:ln>
        </p:spPr>
      </p:pic>
      <p:pic>
        <p:nvPicPr>
          <p:cNvPr id="87" name="Google Shape;207;p28" descr=""/>
          <p:cNvPicPr/>
          <p:nvPr/>
        </p:nvPicPr>
        <p:blipFill>
          <a:blip r:embed="rId6"/>
          <a:stretch/>
        </p:blipFill>
        <p:spPr>
          <a:xfrm>
            <a:off x="8035200" y="2476080"/>
            <a:ext cx="949680" cy="952920"/>
          </a:xfrm>
          <a:prstGeom prst="rect">
            <a:avLst/>
          </a:prstGeom>
          <a:ln w="0">
            <a:noFill/>
          </a:ln>
        </p:spPr>
      </p:pic>
      <p:sp>
        <p:nvSpPr>
          <p:cNvPr id="8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7"/>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9" name="Google Shape;209;p29" descr=""/>
          <p:cNvPicPr/>
          <p:nvPr/>
        </p:nvPicPr>
        <p:blipFill>
          <a:blip r:embed="rId2"/>
          <a:srcRect l="5382" t="18429" r="40348" b="18448"/>
          <a:stretch/>
        </p:blipFill>
        <p:spPr>
          <a:xfrm>
            <a:off x="7580160" y="3319200"/>
            <a:ext cx="1563480" cy="1824120"/>
          </a:xfrm>
          <a:prstGeom prst="rect">
            <a:avLst/>
          </a:prstGeom>
          <a:ln w="0">
            <a:noFill/>
          </a:ln>
        </p:spPr>
      </p:pic>
      <p:pic>
        <p:nvPicPr>
          <p:cNvPr id="90" name="Google Shape;210;p29" descr=""/>
          <p:cNvPicPr/>
          <p:nvPr/>
        </p:nvPicPr>
        <p:blipFill>
          <a:blip r:embed="rId3"/>
          <a:srcRect l="16573" t="16770" r="-16573" b="0"/>
          <a:stretch/>
        </p:blipFill>
        <p:spPr>
          <a:xfrm>
            <a:off x="0" y="0"/>
            <a:ext cx="854640" cy="713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9" r:id="rId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91" name="Google Shape;212;p30" descr=""/>
          <p:cNvPicPr/>
          <p:nvPr/>
        </p:nvPicPr>
        <p:blipFill>
          <a:blip r:embed="rId2"/>
          <a:srcRect l="29758" t="15978" r="15954" b="20919"/>
          <a:stretch/>
        </p:blipFill>
        <p:spPr>
          <a:xfrm>
            <a:off x="0" y="3319200"/>
            <a:ext cx="1563480" cy="1824120"/>
          </a:xfrm>
          <a:prstGeom prst="rect">
            <a:avLst/>
          </a:prstGeom>
          <a:ln w="0">
            <a:noFill/>
          </a:ln>
        </p:spPr>
      </p:pic>
      <p:pic>
        <p:nvPicPr>
          <p:cNvPr id="92" name="Google Shape;213;p30" descr=""/>
          <p:cNvPicPr/>
          <p:nvPr/>
        </p:nvPicPr>
        <p:blipFill>
          <a:blip r:embed="rId3"/>
          <a:srcRect l="-34579" t="8375" r="34579" b="8394"/>
          <a:stretch/>
        </p:blipFill>
        <p:spPr>
          <a:xfrm>
            <a:off x="8289000" y="1548360"/>
            <a:ext cx="854640" cy="713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1" r:id="rId4"/>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93" name="Google Shape;23;p4" descr=""/>
          <p:cNvPicPr/>
          <p:nvPr/>
        </p:nvPicPr>
        <p:blipFill>
          <a:blip r:embed="rId2"/>
          <a:srcRect l="56089" t="65361" r="7174" b="7647"/>
          <a:stretch/>
        </p:blipFill>
        <p:spPr>
          <a:xfrm>
            <a:off x="8115120" y="-18360"/>
            <a:ext cx="581760" cy="405360"/>
          </a:xfrm>
          <a:prstGeom prst="rect">
            <a:avLst/>
          </a:prstGeom>
          <a:ln w="0">
            <a:noFill/>
          </a:ln>
        </p:spPr>
      </p:pic>
      <p:pic>
        <p:nvPicPr>
          <p:cNvPr id="94" name="Google Shape;24;p4" descr=""/>
          <p:cNvPicPr/>
          <p:nvPr/>
        </p:nvPicPr>
        <p:blipFill>
          <a:blip r:embed="rId3"/>
          <a:srcRect l="55473" t="47779" r="20240" b="16036"/>
          <a:stretch/>
        </p:blipFill>
        <p:spPr>
          <a:xfrm>
            <a:off x="8561880" y="4328280"/>
            <a:ext cx="581760" cy="821880"/>
          </a:xfrm>
          <a:prstGeom prst="rect">
            <a:avLst/>
          </a:prstGeom>
          <a:ln w="0">
            <a:noFill/>
          </a:ln>
        </p:spPr>
      </p:pic>
      <p:pic>
        <p:nvPicPr>
          <p:cNvPr id="95" name="Google Shape;25;p4" descr=""/>
          <p:cNvPicPr/>
          <p:nvPr/>
        </p:nvPicPr>
        <p:blipFill>
          <a:blip r:embed="rId4"/>
          <a:srcRect l="76173" t="50191" r="7174" b="7647"/>
          <a:stretch/>
        </p:blipFill>
        <p:spPr>
          <a:xfrm>
            <a:off x="0" y="3562560"/>
            <a:ext cx="521640" cy="1252440"/>
          </a:xfrm>
          <a:prstGeom prst="rect">
            <a:avLst/>
          </a:prstGeom>
          <a:ln w="0">
            <a:noFill/>
          </a:ln>
        </p:spPr>
      </p:pic>
      <p:sp>
        <p:nvSpPr>
          <p:cNvPr id="9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97" name="PlaceHolder 2"/>
          <p:cNvSpPr>
            <a:spLocks noGrp="1"/>
          </p:cNvSpPr>
          <p:nvPr>
            <p:ph type="body"/>
          </p:nvPr>
        </p:nvSpPr>
        <p:spPr>
          <a:xfrm>
            <a:off x="720000" y="1215720"/>
            <a:ext cx="7703640" cy="402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5"/>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01" name="PlaceHolder 2"/>
          <p:cNvSpPr>
            <a:spLocks noGrp="1"/>
          </p:cNvSpPr>
          <p:nvPr>
            <p:ph type="body"/>
          </p:nvPr>
        </p:nvSpPr>
        <p:spPr>
          <a:xfrm>
            <a:off x="720000" y="1215720"/>
            <a:ext cx="7703640" cy="402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pic>
        <p:nvPicPr>
          <p:cNvPr id="102" name="Google Shape;217;p31" descr=""/>
          <p:cNvPicPr/>
          <p:nvPr/>
        </p:nvPicPr>
        <p:blipFill>
          <a:blip r:embed="rId2"/>
          <a:srcRect l="56089" t="65361" r="7174" b="7647"/>
          <a:stretch/>
        </p:blipFill>
        <p:spPr>
          <a:xfrm>
            <a:off x="8115120" y="-18360"/>
            <a:ext cx="581760" cy="405360"/>
          </a:xfrm>
          <a:prstGeom prst="rect">
            <a:avLst/>
          </a:prstGeom>
          <a:ln w="0">
            <a:noFill/>
          </a:ln>
        </p:spPr>
      </p:pic>
      <p:pic>
        <p:nvPicPr>
          <p:cNvPr id="103" name="Google Shape;218;p31" descr=""/>
          <p:cNvPicPr/>
          <p:nvPr/>
        </p:nvPicPr>
        <p:blipFill>
          <a:blip r:embed="rId3"/>
          <a:srcRect l="55473" t="47779" r="20240" b="16036"/>
          <a:stretch/>
        </p:blipFill>
        <p:spPr>
          <a:xfrm>
            <a:off x="8561880" y="4328280"/>
            <a:ext cx="581760" cy="821880"/>
          </a:xfrm>
          <a:prstGeom prst="rect">
            <a:avLst/>
          </a:prstGeom>
          <a:ln w="0">
            <a:noFill/>
          </a:ln>
        </p:spPr>
      </p:pic>
      <p:pic>
        <p:nvPicPr>
          <p:cNvPr id="104" name="Google Shape;219;p31" descr=""/>
          <p:cNvPicPr/>
          <p:nvPr/>
        </p:nvPicPr>
        <p:blipFill>
          <a:blip r:embed="rId4"/>
          <a:srcRect l="76173" t="50191" r="7174" b="7647"/>
          <a:stretch/>
        </p:blipFill>
        <p:spPr>
          <a:xfrm>
            <a:off x="0" y="3562560"/>
            <a:ext cx="521640" cy="12524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5" r:id="rId5"/>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10" name="Google Shape;35;p6" descr=""/>
          <p:cNvPicPr/>
          <p:nvPr/>
        </p:nvPicPr>
        <p:blipFill>
          <a:blip r:embed="rId2"/>
          <a:srcRect l="0" t="38672" r="41878" b="0"/>
          <a:stretch/>
        </p:blipFill>
        <p:spPr>
          <a:xfrm>
            <a:off x="7509240" y="0"/>
            <a:ext cx="1634400" cy="1730160"/>
          </a:xfrm>
          <a:prstGeom prst="rect">
            <a:avLst/>
          </a:prstGeom>
          <a:ln w="0">
            <a:noFill/>
          </a:ln>
        </p:spPr>
      </p:pic>
      <p:pic>
        <p:nvPicPr>
          <p:cNvPr id="111" name="Google Shape;36;p6" descr=""/>
          <p:cNvPicPr/>
          <p:nvPr/>
        </p:nvPicPr>
        <p:blipFill>
          <a:blip r:embed="rId3"/>
          <a:srcRect l="13998" t="0" r="0" b="46179"/>
          <a:stretch/>
        </p:blipFill>
        <p:spPr>
          <a:xfrm>
            <a:off x="11160" y="4261680"/>
            <a:ext cx="1403640" cy="881280"/>
          </a:xfrm>
          <a:prstGeom prst="rect">
            <a:avLst/>
          </a:prstGeom>
          <a:ln w="0">
            <a:noFill/>
          </a:ln>
        </p:spPr>
      </p:pic>
      <p:sp>
        <p:nvSpPr>
          <p:cNvPr id="11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720000" y="444960"/>
            <a:ext cx="77104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pic>
        <p:nvPicPr>
          <p:cNvPr id="115" name="Google Shape;41;p7" descr=""/>
          <p:cNvPicPr/>
          <p:nvPr/>
        </p:nvPicPr>
        <p:blipFill>
          <a:blip r:embed="rId2"/>
          <a:srcRect l="0" t="0" r="0" b="41239"/>
          <a:stretch/>
        </p:blipFill>
        <p:spPr>
          <a:xfrm>
            <a:off x="5766120" y="4639320"/>
            <a:ext cx="854640" cy="503640"/>
          </a:xfrm>
          <a:prstGeom prst="rect">
            <a:avLst/>
          </a:prstGeom>
          <a:ln w="0">
            <a:noFill/>
          </a:ln>
        </p:spPr>
      </p:pic>
      <p:pic>
        <p:nvPicPr>
          <p:cNvPr id="116" name="Google Shape;42;p7" descr=""/>
          <p:cNvPicPr/>
          <p:nvPr/>
        </p:nvPicPr>
        <p:blipFill>
          <a:blip r:embed="rId3"/>
          <a:srcRect l="0" t="7082" r="48984" b="0"/>
          <a:stretch/>
        </p:blipFill>
        <p:spPr>
          <a:xfrm>
            <a:off x="7674120" y="0"/>
            <a:ext cx="1469520" cy="2685240"/>
          </a:xfrm>
          <a:prstGeom prst="rect">
            <a:avLst/>
          </a:prstGeom>
          <a:ln w="0">
            <a:noFill/>
          </a:ln>
        </p:spPr>
      </p:pic>
      <p:pic>
        <p:nvPicPr>
          <p:cNvPr id="117" name="Google Shape;43;p7" descr=""/>
          <p:cNvPicPr/>
          <p:nvPr/>
        </p:nvPicPr>
        <p:blipFill>
          <a:blip r:embed="rId4"/>
          <a:srcRect l="450" t="-9630" r="24385" b="29565"/>
          <a:stretch/>
        </p:blipFill>
        <p:spPr>
          <a:xfrm>
            <a:off x="7359480" y="3556440"/>
            <a:ext cx="1784160" cy="1627200"/>
          </a:xfrm>
          <a:prstGeom prst="rect">
            <a:avLst/>
          </a:prstGeom>
          <a:ln w="0">
            <a:noFill/>
          </a:ln>
        </p:spPr>
      </p:pic>
      <p:pic>
        <p:nvPicPr>
          <p:cNvPr id="118" name="Google Shape;44;p7" descr=""/>
          <p:cNvPicPr/>
          <p:nvPr/>
        </p:nvPicPr>
        <p:blipFill>
          <a:blip r:embed="rId5"/>
          <a:stretch/>
        </p:blipFill>
        <p:spPr>
          <a:xfrm>
            <a:off x="7603200" y="3828600"/>
            <a:ext cx="599400" cy="599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3" r:id="rId6"/>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19" name="Google Shape;46;p8" descr=""/>
          <p:cNvPicPr/>
          <p:nvPr/>
        </p:nvPicPr>
        <p:blipFill>
          <a:blip r:embed="rId2"/>
          <a:srcRect l="0" t="42628" r="17561" b="0"/>
          <a:stretch/>
        </p:blipFill>
        <p:spPr>
          <a:xfrm>
            <a:off x="6838560" y="0"/>
            <a:ext cx="2305080" cy="1609200"/>
          </a:xfrm>
          <a:prstGeom prst="rect">
            <a:avLst/>
          </a:prstGeom>
          <a:ln w="0">
            <a:noFill/>
          </a:ln>
        </p:spPr>
      </p:pic>
      <p:pic>
        <p:nvPicPr>
          <p:cNvPr id="120" name="Google Shape;47;p8" descr=""/>
          <p:cNvPicPr/>
          <p:nvPr/>
        </p:nvPicPr>
        <p:blipFill>
          <a:blip r:embed="rId3"/>
          <a:srcRect l="0" t="0" r="48480" b="0"/>
          <a:stretch/>
        </p:blipFill>
        <p:spPr>
          <a:xfrm>
            <a:off x="8697240" y="1276200"/>
            <a:ext cx="446400" cy="869400"/>
          </a:xfrm>
          <a:prstGeom prst="rect">
            <a:avLst/>
          </a:prstGeom>
          <a:ln w="0">
            <a:noFill/>
          </a:ln>
        </p:spPr>
      </p:pic>
      <p:pic>
        <p:nvPicPr>
          <p:cNvPr id="121" name="Google Shape;48;p8" descr=""/>
          <p:cNvPicPr/>
          <p:nvPr/>
        </p:nvPicPr>
        <p:blipFill>
          <a:blip r:embed="rId4"/>
          <a:srcRect l="5111" t="4033" r="36786" b="30780"/>
          <a:stretch/>
        </p:blipFill>
        <p:spPr>
          <a:xfrm>
            <a:off x="7519320" y="3314880"/>
            <a:ext cx="1624320" cy="1828440"/>
          </a:xfrm>
          <a:prstGeom prst="rect">
            <a:avLst/>
          </a:prstGeom>
          <a:ln w="0">
            <a:noFill/>
          </a:ln>
        </p:spPr>
      </p:pic>
      <p:sp>
        <p:nvSpPr>
          <p:cNvPr id="122" name="PlaceHolder 1"/>
          <p:cNvSpPr>
            <a:spLocks noGrp="1"/>
          </p:cNvSpPr>
          <p:nvPr>
            <p:ph type="title"/>
          </p:nvPr>
        </p:nvSpPr>
        <p:spPr>
          <a:xfrm>
            <a:off x="713160" y="1307160"/>
            <a:ext cx="560664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5" r:id="rId5"/>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3" name="Google Shape;51;p9" descr=""/>
          <p:cNvPicPr/>
          <p:nvPr/>
        </p:nvPicPr>
        <p:blipFill>
          <a:blip r:embed="rId2"/>
          <a:srcRect l="0" t="0" r="36120" b="0"/>
          <a:stretch/>
        </p:blipFill>
        <p:spPr>
          <a:xfrm>
            <a:off x="8595360" y="247320"/>
            <a:ext cx="548280" cy="858600"/>
          </a:xfrm>
          <a:prstGeom prst="rect">
            <a:avLst/>
          </a:prstGeom>
          <a:ln w="0">
            <a:noFill/>
          </a:ln>
        </p:spPr>
      </p:pic>
      <p:pic>
        <p:nvPicPr>
          <p:cNvPr id="124" name="Google Shape;52;p9" descr=""/>
          <p:cNvPicPr/>
          <p:nvPr/>
        </p:nvPicPr>
        <p:blipFill>
          <a:blip r:embed="rId3"/>
          <a:srcRect l="0" t="0" r="0" b="38209"/>
          <a:stretch/>
        </p:blipFill>
        <p:spPr>
          <a:xfrm>
            <a:off x="-38880" y="3643560"/>
            <a:ext cx="2419200" cy="1499400"/>
          </a:xfrm>
          <a:prstGeom prst="rect">
            <a:avLst/>
          </a:prstGeom>
          <a:ln w="0">
            <a:noFill/>
          </a:ln>
        </p:spPr>
      </p:pic>
      <p:pic>
        <p:nvPicPr>
          <p:cNvPr id="125" name="Google Shape;53;p9" descr=""/>
          <p:cNvPicPr/>
          <p:nvPr/>
        </p:nvPicPr>
        <p:blipFill>
          <a:blip r:embed="rId4"/>
          <a:srcRect l="0" t="40313" r="0" b="0"/>
          <a:stretch/>
        </p:blipFill>
        <p:spPr>
          <a:xfrm>
            <a:off x="7706520" y="0"/>
            <a:ext cx="952560" cy="570240"/>
          </a:xfrm>
          <a:prstGeom prst="rect">
            <a:avLst/>
          </a:prstGeom>
          <a:ln w="0">
            <a:noFill/>
          </a:ln>
        </p:spPr>
      </p:pic>
      <p:pic>
        <p:nvPicPr>
          <p:cNvPr id="126" name="Google Shape;54;p9" descr=""/>
          <p:cNvPicPr/>
          <p:nvPr/>
        </p:nvPicPr>
        <p:blipFill>
          <a:blip r:embed="rId5"/>
          <a:srcRect l="0" t="0" r="0" b="46912"/>
          <a:stretch/>
        </p:blipFill>
        <p:spPr>
          <a:xfrm>
            <a:off x="5994000" y="4231440"/>
            <a:ext cx="1712160" cy="911880"/>
          </a:xfrm>
          <a:prstGeom prst="rect">
            <a:avLst/>
          </a:prstGeom>
          <a:ln w="0">
            <a:noFill/>
          </a:ln>
        </p:spPr>
      </p:pic>
      <p:sp>
        <p:nvSpPr>
          <p:cNvPr id="127" name="PlaceHolder 1"/>
          <p:cNvSpPr>
            <a:spLocks noGrp="1"/>
          </p:cNvSpPr>
          <p:nvPr>
            <p:ph type="title"/>
          </p:nvPr>
        </p:nvSpPr>
        <p:spPr>
          <a:xfrm>
            <a:off x="967320" y="777240"/>
            <a:ext cx="4872600" cy="118692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pic>
        <p:nvPicPr>
          <p:cNvPr id="128" name="Google Shape;57;p9" descr=""/>
          <p:cNvPicPr/>
          <p:nvPr/>
        </p:nvPicPr>
        <p:blipFill>
          <a:blip r:embed="rId6"/>
          <a:srcRect l="0" t="0" r="47806" b="41384"/>
          <a:stretch/>
        </p:blipFill>
        <p:spPr>
          <a:xfrm>
            <a:off x="8079480" y="3993480"/>
            <a:ext cx="1056960" cy="1186920"/>
          </a:xfrm>
          <a:prstGeom prst="rect">
            <a:avLst/>
          </a:prstGeom>
          <a:ln w="0">
            <a:noFill/>
          </a:ln>
        </p:spPr>
      </p:pic>
      <p:pic>
        <p:nvPicPr>
          <p:cNvPr id="129" name="Google Shape;58;p9" descr=""/>
          <p:cNvPicPr/>
          <p:nvPr/>
        </p:nvPicPr>
        <p:blipFill>
          <a:blip r:embed="rId7">
            <a:alphaModFix amt="74000"/>
          </a:blip>
          <a:srcRect l="0" t="0" r="12846" b="26563"/>
          <a:stretch/>
        </p:blipFill>
        <p:spPr>
          <a:xfrm>
            <a:off x="6673320" y="3413520"/>
            <a:ext cx="2470320" cy="1782360"/>
          </a:xfrm>
          <a:prstGeom prst="rect">
            <a:avLst/>
          </a:prstGeom>
          <a:ln w="0">
            <a:noFill/>
          </a:ln>
        </p:spPr>
      </p:pic>
      <p:pic>
        <p:nvPicPr>
          <p:cNvPr id="130" name="Google Shape;59;p9" descr=""/>
          <p:cNvPicPr/>
          <p:nvPr/>
        </p:nvPicPr>
        <p:blipFill>
          <a:blip r:embed="rId8"/>
          <a:stretch/>
        </p:blipFill>
        <p:spPr>
          <a:xfrm>
            <a:off x="6945840" y="3413520"/>
            <a:ext cx="1056960" cy="1113840"/>
          </a:xfrm>
          <a:prstGeom prst="rect">
            <a:avLst/>
          </a:prstGeom>
          <a:ln w="0">
            <a:noFill/>
          </a:ln>
        </p:spPr>
      </p:pic>
      <p:sp>
        <p:nvSpPr>
          <p:cNvPr id="13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9"/>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33" name="PlaceHolder 2"/>
          <p:cNvSpPr>
            <a:spLocks noGrp="1"/>
          </p:cNvSpPr>
          <p:nvPr>
            <p:ph type="title"/>
          </p:nvPr>
        </p:nvSpPr>
        <p:spPr>
          <a:xfrm>
            <a:off x="720000" y="4014360"/>
            <a:ext cx="7703640" cy="572400"/>
          </a:xfrm>
          <a:prstGeom prst="rect">
            <a:avLst/>
          </a:prstGeom>
          <a:solidFill>
            <a:schemeClr val="lt1"/>
          </a:solidFill>
          <a:ln w="0">
            <a:noFill/>
          </a:ln>
        </p:spPr>
        <p:txBody>
          <a:bodyPr lIns="91440" rIns="91440" tIns="91440" bIns="91440" anchor="ctr">
            <a:noAutofit/>
          </a:bodyPr>
          <a:p>
            <a:pPr indent="0">
              <a:buNone/>
            </a:pPr>
            <a:r>
              <a:rPr b="0" lang="fr-FR" sz="2500" spc="-1" strike="noStrike">
                <a:solidFill>
                  <a:schemeClr val="dk1"/>
                </a:solidFill>
                <a:latin typeface="Arial"/>
              </a:rPr>
              <a:t>Click to edit the title text format</a:t>
            </a:r>
            <a:endParaRPr b="0" lang="fr-FR" sz="2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134" name="PlaceHolder 1"/>
          <p:cNvSpPr>
            <a:spLocks noGrp="1"/>
          </p:cNvSpPr>
          <p:nvPr>
            <p:ph type="title"/>
          </p:nvPr>
        </p:nvSpPr>
        <p:spPr>
          <a:xfrm>
            <a:off x="723600" y="511200"/>
            <a:ext cx="7696800" cy="482040"/>
          </a:xfrm>
          <a:prstGeom prst="rect">
            <a:avLst/>
          </a:prstGeom>
          <a:noFill/>
          <a:ln w="0">
            <a:noFill/>
          </a:ln>
        </p:spPr>
        <p:txBody>
          <a:bodyPr lIns="91440" rIns="91440" tIns="91440" bIns="91440" anchor="t">
            <a:noAutofit/>
          </a:bodyPr>
          <a:p>
            <a:pPr indent="0">
              <a:buNone/>
            </a:pPr>
            <a:r>
              <a:rPr b="0" lang="fr-FR" sz="2400" spc="-1" strike="noStrike">
                <a:solidFill>
                  <a:schemeClr val="dk1"/>
                </a:solidFill>
                <a:latin typeface="Arial"/>
              </a:rPr>
              <a:t>Click to edit the title text format</a:t>
            </a:r>
            <a:endParaRPr b="0" lang="fr-FR"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9.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790560" y="1200240"/>
            <a:ext cx="4524120" cy="3247560"/>
          </a:xfrm>
          <a:prstGeom prst="rect">
            <a:avLst/>
          </a:prstGeom>
          <a:noFill/>
          <a:ln w="0">
            <a:noFill/>
          </a:ln>
        </p:spPr>
        <p:txBody>
          <a:bodyPr lIns="91440" rIns="91440" tIns="91440" bIns="91440" anchor="b">
            <a:normAutofit fontScale="95159"/>
          </a:bodyPr>
          <a:p>
            <a:pPr indent="0">
              <a:lnSpc>
                <a:spcPct val="100000"/>
              </a:lnSpc>
              <a:buNone/>
              <a:tabLst>
                <a:tab algn="l" pos="0"/>
              </a:tabLst>
            </a:pPr>
            <a:r>
              <a:rPr b="0" lang="en" sz="7000" spc="-1" strike="noStrike">
                <a:solidFill>
                  <a:schemeClr val="dk1"/>
                </a:solidFill>
                <a:latin typeface="Prata"/>
                <a:ea typeface="Prata"/>
              </a:rPr>
              <a:t>AI Sign Language System</a:t>
            </a:r>
            <a:endParaRPr b="0" lang="fr-FR" sz="7000" spc="-1" strike="noStrike">
              <a:solidFill>
                <a:schemeClr val="dk1"/>
              </a:solidFill>
              <a:latin typeface="Arial"/>
            </a:endParaRPr>
          </a:p>
        </p:txBody>
      </p:sp>
      <p:sp>
        <p:nvSpPr>
          <p:cNvPr id="136" name="PlaceHolder 2"/>
          <p:cNvSpPr>
            <a:spLocks noGrp="1"/>
          </p:cNvSpPr>
          <p:nvPr>
            <p:ph type="subTitle"/>
          </p:nvPr>
        </p:nvSpPr>
        <p:spPr>
          <a:xfrm>
            <a:off x="5810400" y="3610080"/>
            <a:ext cx="2542680" cy="818640"/>
          </a:xfrm>
          <a:prstGeom prst="rect">
            <a:avLst/>
          </a:prstGeom>
          <a:noFill/>
          <a:ln w="0">
            <a:noFill/>
          </a:ln>
        </p:spPr>
        <p:txBody>
          <a:bodyPr lIns="91440" rIns="91440" tIns="91440" bIns="91440" anchor="t">
            <a:normAutofit fontScale="86943"/>
          </a:bodyPr>
          <a:p>
            <a:pPr indent="0" algn="r">
              <a:lnSpc>
                <a:spcPct val="100000"/>
              </a:lnSpc>
              <a:buNone/>
              <a:tabLst>
                <a:tab algn="l" pos="0"/>
              </a:tabLst>
            </a:pPr>
            <a:r>
              <a:rPr b="0" lang="en" sz="1600" spc="-1" strike="noStrike">
                <a:solidFill>
                  <a:schemeClr val="dk1"/>
                </a:solidFill>
                <a:latin typeface="Roboto"/>
                <a:ea typeface="Roboto"/>
              </a:rPr>
              <a:t>An innovative approach to assist the visually impaired community using AI technology.</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723960" y="447840"/>
            <a:ext cx="7714800" cy="571320"/>
          </a:xfrm>
          <a:prstGeom prst="rect">
            <a:avLst/>
          </a:prstGeom>
          <a:noFill/>
          <a:ln w="0">
            <a:noFill/>
          </a:ln>
        </p:spPr>
        <p:txBody>
          <a:bodyPr lIns="91440" rIns="91440" tIns="91440" bIns="91440" anchor="t">
            <a:normAutofit fontScale="87027"/>
          </a:bodyPr>
          <a:p>
            <a:pPr indent="0">
              <a:lnSpc>
                <a:spcPct val="100000"/>
              </a:lnSpc>
              <a:buNone/>
              <a:tabLst>
                <a:tab algn="l" pos="0"/>
              </a:tabLst>
            </a:pPr>
            <a:r>
              <a:rPr b="0" lang="en" sz="3000" spc="-1" strike="noStrike">
                <a:solidFill>
                  <a:schemeClr val="dk1"/>
                </a:solidFill>
                <a:latin typeface="Prata"/>
                <a:ea typeface="Prata"/>
              </a:rPr>
              <a:t>Introduction</a:t>
            </a:r>
            <a:endParaRPr b="0" lang="fr-FR" sz="3000" spc="-1" strike="noStrike">
              <a:solidFill>
                <a:schemeClr val="dk1"/>
              </a:solidFill>
              <a:latin typeface="Arial"/>
            </a:endParaRPr>
          </a:p>
        </p:txBody>
      </p:sp>
      <p:sp>
        <p:nvSpPr>
          <p:cNvPr id="138" name="PlaceHolder 2"/>
          <p:cNvSpPr>
            <a:spLocks noGrp="1"/>
          </p:cNvSpPr>
          <p:nvPr>
            <p:ph type="subTitle"/>
          </p:nvPr>
        </p:nvSpPr>
        <p:spPr>
          <a:xfrm>
            <a:off x="714240" y="1762200"/>
            <a:ext cx="4295520" cy="19047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This presentation introduces an AI-powered sign language system designed specifically for the visually impaired. It aims to bridge communication gaps by utilizing cutting-edge technology to translate sign language into a perceivable format.</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3257640" y="2809800"/>
            <a:ext cx="5067000" cy="1790280"/>
          </a:xfrm>
          <a:prstGeom prst="rect">
            <a:avLst/>
          </a:prstGeom>
          <a:noFill/>
          <a:ln w="0">
            <a:noFill/>
          </a:ln>
        </p:spPr>
        <p:txBody>
          <a:bodyPr lIns="91440" rIns="91440" tIns="91440" bIns="91440" anchor="t">
            <a:normAutofit/>
          </a:bodyPr>
          <a:p>
            <a:pPr indent="0">
              <a:lnSpc>
                <a:spcPct val="100000"/>
              </a:lnSpc>
              <a:buNone/>
              <a:tabLst>
                <a:tab algn="l" pos="0"/>
              </a:tabLst>
            </a:pPr>
            <a:r>
              <a:rPr b="0" lang="en" sz="5000" spc="-1" strike="noStrike">
                <a:solidFill>
                  <a:schemeClr val="dk1"/>
                </a:solidFill>
                <a:latin typeface="Prata"/>
                <a:ea typeface="Prata"/>
              </a:rPr>
              <a:t>Introduction to AI Sign Language</a:t>
            </a:r>
            <a:endParaRPr b="0" lang="fr-FR" sz="5000" spc="-1" strike="noStrike">
              <a:solidFill>
                <a:schemeClr val="dk1"/>
              </a:solidFill>
              <a:latin typeface="Arial"/>
            </a:endParaRPr>
          </a:p>
        </p:txBody>
      </p:sp>
      <p:sp>
        <p:nvSpPr>
          <p:cNvPr id="140" name="PlaceHolder 2"/>
          <p:cNvSpPr>
            <a:spLocks noGrp="1"/>
          </p:cNvSpPr>
          <p:nvPr>
            <p:ph type="title"/>
          </p:nvPr>
        </p:nvSpPr>
        <p:spPr>
          <a:xfrm>
            <a:off x="3333600" y="1362240"/>
            <a:ext cx="1647360" cy="1371240"/>
          </a:xfrm>
          <a:prstGeom prst="rect">
            <a:avLst/>
          </a:prstGeom>
          <a:noFill/>
          <a:ln w="0">
            <a:noFill/>
          </a:ln>
        </p:spPr>
        <p:txBody>
          <a:bodyPr lIns="91440" rIns="91440" tIns="91440" bIns="91440" anchor="ctr">
            <a:normAutofit fontScale="98257"/>
          </a:bodyPr>
          <a:p>
            <a:pPr indent="0">
              <a:lnSpc>
                <a:spcPct val="100000"/>
              </a:lnSpc>
              <a:buNone/>
              <a:tabLst>
                <a:tab algn="l" pos="0"/>
              </a:tabLst>
            </a:pPr>
            <a:r>
              <a:rPr b="0" lang="en" sz="8000" spc="-1" strike="noStrike">
                <a:solidFill>
                  <a:schemeClr val="dk2"/>
                </a:solidFill>
                <a:latin typeface="Prata"/>
                <a:ea typeface="Prata"/>
              </a:rPr>
              <a:t>01</a:t>
            </a:r>
            <a:endParaRPr b="0" lang="fr-FR" sz="8000" spc="-1" strike="noStrike">
              <a:solidFill>
                <a:schemeClr val="dk1"/>
              </a:solidFill>
              <a:latin typeface="Arial"/>
            </a:endParaRPr>
          </a:p>
        </p:txBody>
      </p:sp>
      <p:pic>
        <p:nvPicPr>
          <p:cNvPr id="141" name="Google Shape;526;p60" descr=""/>
          <p:cNvPicPr/>
          <p:nvPr/>
        </p:nvPicPr>
        <p:blipFill>
          <a:blip r:embed="rId1"/>
          <a:srcRect l="7614" t="0" r="7603" b="0"/>
          <a:stretch/>
        </p:blipFill>
        <p:spPr>
          <a:xfrm>
            <a:off x="0" y="0"/>
            <a:ext cx="2909520" cy="514332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Google Shape;363;p50"/>
          <p:cNvSpPr/>
          <p:nvPr/>
        </p:nvSpPr>
        <p:spPr>
          <a:xfrm>
            <a:off x="713160" y="533880"/>
            <a:ext cx="2909520" cy="4075560"/>
          </a:xfrm>
          <a:prstGeom prst="roundRect">
            <a:avLst>
              <a:gd name="adj" fmla="val 3905"/>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43" name="PlaceHolder 1"/>
          <p:cNvSpPr>
            <a:spLocks noGrp="1"/>
          </p:cNvSpPr>
          <p:nvPr>
            <p:ph type="title"/>
          </p:nvPr>
        </p:nvSpPr>
        <p:spPr>
          <a:xfrm>
            <a:off x="4181400" y="1095480"/>
            <a:ext cx="3524040" cy="16570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Prata"/>
                <a:ea typeface="Prata"/>
              </a:rPr>
              <a:t>Definition and Purpose</a:t>
            </a:r>
            <a:endParaRPr b="0" lang="fr-FR" sz="3000" spc="-1" strike="noStrike">
              <a:solidFill>
                <a:schemeClr val="dk1"/>
              </a:solidFill>
              <a:latin typeface="Arial"/>
            </a:endParaRPr>
          </a:p>
        </p:txBody>
      </p:sp>
      <p:sp>
        <p:nvSpPr>
          <p:cNvPr id="144" name="PlaceHolder 2"/>
          <p:cNvSpPr>
            <a:spLocks noGrp="1"/>
          </p:cNvSpPr>
          <p:nvPr>
            <p:ph type="subTitle"/>
          </p:nvPr>
        </p:nvSpPr>
        <p:spPr>
          <a:xfrm>
            <a:off x="4181400" y="3048120"/>
            <a:ext cx="3524040" cy="1114200"/>
          </a:xfrm>
          <a:prstGeom prst="rect">
            <a:avLst/>
          </a:prstGeom>
          <a:noFill/>
          <a:ln w="0">
            <a:noFill/>
          </a:ln>
        </p:spPr>
        <p:txBody>
          <a:bodyPr lIns="91440" rIns="91440" tIns="91440" bIns="91440" anchor="t">
            <a:normAutofit fontScale="92572" lnSpcReduction="10000"/>
          </a:bodyPr>
          <a:p>
            <a:pPr indent="0">
              <a:lnSpc>
                <a:spcPct val="100000"/>
              </a:lnSpc>
              <a:buNone/>
              <a:tabLst>
                <a:tab algn="l" pos="0"/>
              </a:tabLst>
            </a:pPr>
            <a:r>
              <a:rPr b="0" lang="en" sz="1200" spc="-1" strike="noStrike">
                <a:solidFill>
                  <a:schemeClr val="dk1"/>
                </a:solidFill>
                <a:latin typeface="Roboto"/>
                <a:ea typeface="Roboto"/>
              </a:rPr>
              <a:t>The AI sign language system is an advanced tool that interprets sign language gestures into spoken or written words, enabling effective communication for visually impaired individuals. Its purpose is to enhance inclusivity and accessibility in various settings, from educational institutions to everyday social interactions.</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971640" y="781200"/>
            <a:ext cx="4876560" cy="1190160"/>
          </a:xfrm>
          <a:prstGeom prst="rect">
            <a:avLst/>
          </a:prstGeom>
          <a:noFill/>
          <a:ln w="0">
            <a:noFill/>
          </a:ln>
        </p:spPr>
        <p:txBody>
          <a:bodyPr lIns="91440" rIns="91440" tIns="91440" bIns="91440" anchor="b">
            <a:normAutofit fontScale="96818"/>
          </a:bodyPr>
          <a:p>
            <a:pPr indent="0">
              <a:lnSpc>
                <a:spcPct val="100000"/>
              </a:lnSpc>
              <a:buNone/>
              <a:tabLst>
                <a:tab algn="l" pos="0"/>
              </a:tabLst>
            </a:pPr>
            <a:r>
              <a:rPr b="0" lang="en" sz="6000" spc="-1" strike="noStrike">
                <a:solidFill>
                  <a:schemeClr val="dk1"/>
                </a:solidFill>
                <a:latin typeface="Prata"/>
                <a:ea typeface="Prata"/>
              </a:rPr>
              <a:t>Technologies Used</a:t>
            </a:r>
            <a:endParaRPr b="0" lang="fr-FR" sz="6000" spc="-1" strike="noStrike">
              <a:solidFill>
                <a:schemeClr val="dk1"/>
              </a:solidFill>
              <a:latin typeface="Arial"/>
            </a:endParaRPr>
          </a:p>
        </p:txBody>
      </p:sp>
      <p:sp>
        <p:nvSpPr>
          <p:cNvPr id="146" name="PlaceHolder 2"/>
          <p:cNvSpPr>
            <a:spLocks noGrp="1"/>
          </p:cNvSpPr>
          <p:nvPr>
            <p:ph type="subTitle"/>
          </p:nvPr>
        </p:nvSpPr>
        <p:spPr>
          <a:xfrm>
            <a:off x="971640" y="2124000"/>
            <a:ext cx="4876560" cy="666360"/>
          </a:xfrm>
          <a:prstGeom prst="rect">
            <a:avLst/>
          </a:prstGeom>
          <a:noFill/>
          <a:ln w="0">
            <a:noFill/>
          </a:ln>
        </p:spPr>
        <p:txBody>
          <a:bodyPr lIns="91440" rIns="91440" tIns="91440" bIns="91440" anchor="t">
            <a:normAutofit fontScale="55668" lnSpcReduction="10000"/>
          </a:bodyPr>
          <a:p>
            <a:pPr indent="0">
              <a:lnSpc>
                <a:spcPct val="100000"/>
              </a:lnSpc>
              <a:buNone/>
              <a:tabLst>
                <a:tab algn="l" pos="0"/>
              </a:tabLst>
            </a:pPr>
            <a:r>
              <a:rPr b="0" lang="en" sz="1600" spc="-1" strike="noStrike">
                <a:solidFill>
                  <a:schemeClr val="dk1"/>
                </a:solidFill>
                <a:latin typeface="Roboto"/>
                <a:ea typeface="Roboto"/>
              </a:rPr>
              <a:t>The system utilizes machine learning algorithms, computer vision, and natural language processing to accurately recognize and translate sign language. Key technologies include deep neural networks for gesture recognition, voice synthesis engines for audio output, and mobile applications for user interaction, making it a versatile tool for various environments.</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723960" y="447840"/>
            <a:ext cx="7714800" cy="571320"/>
          </a:xfrm>
          <a:prstGeom prst="rect">
            <a:avLst/>
          </a:prstGeom>
          <a:noFill/>
          <a:ln w="0">
            <a:noFill/>
          </a:ln>
        </p:spPr>
        <p:txBody>
          <a:bodyPr lIns="91440" rIns="91440" tIns="91440" bIns="91440" anchor="t">
            <a:normAutofit fontScale="87027"/>
          </a:bodyPr>
          <a:p>
            <a:pPr indent="0">
              <a:lnSpc>
                <a:spcPct val="100000"/>
              </a:lnSpc>
              <a:buNone/>
              <a:tabLst>
                <a:tab algn="l" pos="0"/>
              </a:tabLst>
            </a:pPr>
            <a:r>
              <a:rPr b="0" lang="en" sz="3000" spc="-1" strike="noStrike">
                <a:solidFill>
                  <a:schemeClr val="dk1"/>
                </a:solidFill>
                <a:latin typeface="Prata"/>
                <a:ea typeface="Prata"/>
              </a:rPr>
              <a:t>Target User Group</a:t>
            </a:r>
            <a:endParaRPr b="0" lang="fr-FR" sz="3000" spc="-1" strike="noStrike">
              <a:solidFill>
                <a:schemeClr val="dk1"/>
              </a:solidFill>
              <a:latin typeface="Arial"/>
            </a:endParaRPr>
          </a:p>
        </p:txBody>
      </p:sp>
      <p:sp>
        <p:nvSpPr>
          <p:cNvPr id="148" name="PlaceHolder 2"/>
          <p:cNvSpPr>
            <a:spLocks noGrp="1"/>
          </p:cNvSpPr>
          <p:nvPr>
            <p:ph type="subTitle"/>
          </p:nvPr>
        </p:nvSpPr>
        <p:spPr>
          <a:xfrm>
            <a:off x="714240" y="1762200"/>
            <a:ext cx="4295520" cy="19047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The primary users of the AI sign language system are visually impaired individuals who require assistance in communicating via sign language. Additionally, this system can benefit educators, caregivers, and peers, fostering an inclusive environment where communication barriers are minimized.</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790560" y="2809800"/>
            <a:ext cx="5067000" cy="1790280"/>
          </a:xfrm>
          <a:prstGeom prst="rect">
            <a:avLst/>
          </a:prstGeom>
          <a:noFill/>
          <a:ln w="0">
            <a:noFill/>
          </a:ln>
        </p:spPr>
        <p:txBody>
          <a:bodyPr lIns="91440" rIns="91440" tIns="91440" bIns="91440" anchor="t">
            <a:normAutofit/>
          </a:bodyPr>
          <a:p>
            <a:pPr indent="0">
              <a:lnSpc>
                <a:spcPct val="100000"/>
              </a:lnSpc>
              <a:buNone/>
              <a:tabLst>
                <a:tab algn="l" pos="0"/>
              </a:tabLst>
            </a:pPr>
            <a:r>
              <a:rPr b="0" lang="en" sz="5000" spc="-1" strike="noStrike">
                <a:solidFill>
                  <a:schemeClr val="dk1"/>
                </a:solidFill>
                <a:latin typeface="Prata"/>
                <a:ea typeface="Prata"/>
              </a:rPr>
              <a:t>System Functionality</a:t>
            </a:r>
            <a:endParaRPr b="0" lang="fr-FR" sz="5000" spc="-1" strike="noStrike">
              <a:solidFill>
                <a:schemeClr val="dk1"/>
              </a:solidFill>
              <a:latin typeface="Arial"/>
            </a:endParaRPr>
          </a:p>
        </p:txBody>
      </p:sp>
      <p:sp>
        <p:nvSpPr>
          <p:cNvPr id="150" name="PlaceHolder 2"/>
          <p:cNvSpPr>
            <a:spLocks noGrp="1"/>
          </p:cNvSpPr>
          <p:nvPr>
            <p:ph type="title"/>
          </p:nvPr>
        </p:nvSpPr>
        <p:spPr>
          <a:xfrm>
            <a:off x="866880" y="771480"/>
            <a:ext cx="1647360" cy="1371240"/>
          </a:xfrm>
          <a:prstGeom prst="rect">
            <a:avLst/>
          </a:prstGeom>
          <a:noFill/>
          <a:ln w="0">
            <a:noFill/>
          </a:ln>
        </p:spPr>
        <p:txBody>
          <a:bodyPr lIns="91440" rIns="91440" tIns="91440" bIns="91440" anchor="ctr">
            <a:normAutofit fontScale="98257"/>
          </a:bodyPr>
          <a:p>
            <a:pPr indent="0">
              <a:lnSpc>
                <a:spcPct val="100000"/>
              </a:lnSpc>
              <a:buNone/>
              <a:tabLst>
                <a:tab algn="l" pos="0"/>
              </a:tabLst>
            </a:pPr>
            <a:r>
              <a:rPr b="0" lang="en" sz="8000" spc="-1" strike="noStrike">
                <a:solidFill>
                  <a:schemeClr val="dk2"/>
                </a:solidFill>
                <a:latin typeface="Prata"/>
                <a:ea typeface="Prata"/>
              </a:rPr>
              <a:t>02</a:t>
            </a:r>
            <a:endParaRPr b="0" lang="fr-FR" sz="8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971640" y="781200"/>
            <a:ext cx="4876560" cy="1190160"/>
          </a:xfrm>
          <a:prstGeom prst="rect">
            <a:avLst/>
          </a:prstGeom>
          <a:noFill/>
          <a:ln w="0">
            <a:noFill/>
          </a:ln>
        </p:spPr>
        <p:txBody>
          <a:bodyPr lIns="91440" rIns="91440" tIns="91440" bIns="91440" anchor="b">
            <a:normAutofit fontScale="70155" lnSpcReduction="20000"/>
          </a:bodyPr>
          <a:p>
            <a:pPr indent="0">
              <a:lnSpc>
                <a:spcPct val="100000"/>
              </a:lnSpc>
              <a:buNone/>
              <a:tabLst>
                <a:tab algn="l" pos="0"/>
              </a:tabLst>
            </a:pPr>
            <a:r>
              <a:rPr b="0" lang="en" sz="6000" spc="-1" strike="noStrike">
                <a:solidFill>
                  <a:schemeClr val="dk1"/>
                </a:solidFill>
                <a:latin typeface="Prata"/>
                <a:ea typeface="Prata"/>
              </a:rPr>
              <a:t>Real-Time Interpretation</a:t>
            </a:r>
            <a:endParaRPr b="0" lang="fr-FR" sz="6000" spc="-1" strike="noStrike">
              <a:solidFill>
                <a:schemeClr val="dk1"/>
              </a:solidFill>
              <a:latin typeface="Arial"/>
            </a:endParaRPr>
          </a:p>
        </p:txBody>
      </p:sp>
      <p:sp>
        <p:nvSpPr>
          <p:cNvPr id="152" name="PlaceHolder 2"/>
          <p:cNvSpPr>
            <a:spLocks noGrp="1"/>
          </p:cNvSpPr>
          <p:nvPr>
            <p:ph type="subTitle"/>
          </p:nvPr>
        </p:nvSpPr>
        <p:spPr>
          <a:xfrm>
            <a:off x="971640" y="2124000"/>
            <a:ext cx="4876560" cy="666360"/>
          </a:xfrm>
          <a:prstGeom prst="rect">
            <a:avLst/>
          </a:prstGeom>
          <a:noFill/>
          <a:ln w="0">
            <a:noFill/>
          </a:ln>
        </p:spPr>
        <p:txBody>
          <a:bodyPr lIns="91440" rIns="91440" tIns="91440" bIns="91440" anchor="t">
            <a:normAutofit fontScale="61923"/>
          </a:bodyPr>
          <a:p>
            <a:pPr indent="0">
              <a:lnSpc>
                <a:spcPct val="100000"/>
              </a:lnSpc>
              <a:buNone/>
              <a:tabLst>
                <a:tab algn="l" pos="0"/>
              </a:tabLst>
            </a:pPr>
            <a:r>
              <a:rPr b="0" lang="en" sz="1600" spc="-1" strike="noStrike">
                <a:solidFill>
                  <a:schemeClr val="dk1"/>
                </a:solidFill>
                <a:latin typeface="Roboto"/>
                <a:ea typeface="Roboto"/>
              </a:rPr>
              <a:t>The system is capable of real-time sign language interpretation, allowing users to engage in live conversations. Using advanced algorithms, it quickly processes sign gestures, converts them to spoken language, and delivers audio output, ensuring seamless communication flow.</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723960" y="447840"/>
            <a:ext cx="7714800" cy="571320"/>
          </a:xfrm>
          <a:prstGeom prst="rect">
            <a:avLst/>
          </a:prstGeom>
          <a:noFill/>
          <a:ln w="0">
            <a:noFill/>
          </a:ln>
        </p:spPr>
        <p:txBody>
          <a:bodyPr lIns="91440" rIns="91440" tIns="91440" bIns="91440" anchor="t">
            <a:normAutofit fontScale="87027"/>
          </a:bodyPr>
          <a:p>
            <a:pPr indent="0">
              <a:lnSpc>
                <a:spcPct val="100000"/>
              </a:lnSpc>
              <a:buNone/>
              <a:tabLst>
                <a:tab algn="l" pos="0"/>
              </a:tabLst>
            </a:pPr>
            <a:r>
              <a:rPr b="0" lang="en" sz="3000" spc="-1" strike="noStrike">
                <a:solidFill>
                  <a:schemeClr val="dk1"/>
                </a:solidFill>
                <a:latin typeface="Prata"/>
                <a:ea typeface="Prata"/>
              </a:rPr>
              <a:t>User Interface Design</a:t>
            </a:r>
            <a:endParaRPr b="0" lang="fr-FR" sz="3000" spc="-1" strike="noStrike">
              <a:solidFill>
                <a:schemeClr val="dk1"/>
              </a:solidFill>
              <a:latin typeface="Arial"/>
            </a:endParaRPr>
          </a:p>
        </p:txBody>
      </p:sp>
      <p:sp>
        <p:nvSpPr>
          <p:cNvPr id="154" name="PlaceHolder 2"/>
          <p:cNvSpPr>
            <a:spLocks noGrp="1"/>
          </p:cNvSpPr>
          <p:nvPr>
            <p:ph type="subTitle"/>
          </p:nvPr>
        </p:nvSpPr>
        <p:spPr>
          <a:xfrm>
            <a:off x="714240" y="1762200"/>
            <a:ext cx="4295520" cy="19047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The user interface is designed to be intuitive and user-friendly, prioritizing the needs of visually impaired users. Features include voice navigation, tactile feedback, and simple iconography to facilitate easy interaction with the system, thereby enhancing user experience.</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Google Shape;363;p50"/>
          <p:cNvSpPr/>
          <p:nvPr/>
        </p:nvSpPr>
        <p:spPr>
          <a:xfrm>
            <a:off x="713160" y="533880"/>
            <a:ext cx="2909520" cy="4075560"/>
          </a:xfrm>
          <a:prstGeom prst="roundRect">
            <a:avLst>
              <a:gd name="adj" fmla="val 3905"/>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56" name="PlaceHolder 1"/>
          <p:cNvSpPr>
            <a:spLocks noGrp="1"/>
          </p:cNvSpPr>
          <p:nvPr>
            <p:ph type="title"/>
          </p:nvPr>
        </p:nvSpPr>
        <p:spPr>
          <a:xfrm>
            <a:off x="4181400" y="1095480"/>
            <a:ext cx="3524040" cy="16570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Prata"/>
                <a:ea typeface="Prata"/>
              </a:rPr>
              <a:t>Accessibility Features</a:t>
            </a:r>
            <a:endParaRPr b="0" lang="fr-FR" sz="3000" spc="-1" strike="noStrike">
              <a:solidFill>
                <a:schemeClr val="dk1"/>
              </a:solidFill>
              <a:latin typeface="Arial"/>
            </a:endParaRPr>
          </a:p>
        </p:txBody>
      </p:sp>
      <p:sp>
        <p:nvSpPr>
          <p:cNvPr id="157" name="PlaceHolder 2"/>
          <p:cNvSpPr>
            <a:spLocks noGrp="1"/>
          </p:cNvSpPr>
          <p:nvPr>
            <p:ph type="subTitle"/>
          </p:nvPr>
        </p:nvSpPr>
        <p:spPr>
          <a:xfrm>
            <a:off x="4181400" y="3048120"/>
            <a:ext cx="3524040" cy="1114200"/>
          </a:xfrm>
          <a:prstGeom prst="rect">
            <a:avLst/>
          </a:prstGeom>
          <a:noFill/>
          <a:ln w="0">
            <a:noFill/>
          </a:ln>
        </p:spPr>
        <p:txBody>
          <a:bodyPr lIns="91440" rIns="91440" tIns="91440" bIns="91440" anchor="t">
            <a:normAutofit fontScale="95908" lnSpcReduction="20000"/>
          </a:bodyPr>
          <a:p>
            <a:pPr indent="0">
              <a:lnSpc>
                <a:spcPct val="100000"/>
              </a:lnSpc>
              <a:buNone/>
              <a:tabLst>
                <a:tab algn="l" pos="0"/>
              </a:tabLst>
            </a:pPr>
            <a:r>
              <a:rPr b="0" lang="en" sz="1200" spc="-1" strike="noStrike">
                <a:solidFill>
                  <a:schemeClr val="dk1"/>
                </a:solidFill>
                <a:latin typeface="Roboto"/>
                <a:ea typeface="Roboto"/>
              </a:rPr>
              <a:t>The system incorporates various accessibility features, such as compatibility with screen readers, customizable voice options, and adjustable speech rates. These elements ensure that the tool is accessible to a broader audience, including those with varying levels of visual impairment and literacy.</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Google Shape;363;p50"/>
          <p:cNvSpPr/>
          <p:nvPr/>
        </p:nvSpPr>
        <p:spPr>
          <a:xfrm>
            <a:off x="713160" y="533880"/>
            <a:ext cx="2909520" cy="4075560"/>
          </a:xfrm>
          <a:prstGeom prst="roundRect">
            <a:avLst>
              <a:gd name="adj" fmla="val 3905"/>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59" name="PlaceHolder 1"/>
          <p:cNvSpPr>
            <a:spLocks noGrp="1"/>
          </p:cNvSpPr>
          <p:nvPr>
            <p:ph type="title"/>
          </p:nvPr>
        </p:nvSpPr>
        <p:spPr>
          <a:xfrm>
            <a:off x="4181400" y="1095480"/>
            <a:ext cx="3524040" cy="16570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Prata"/>
                <a:ea typeface="Prata"/>
              </a:rPr>
              <a:t>Conclusions</a:t>
            </a:r>
            <a:endParaRPr b="0" lang="fr-FR" sz="3000" spc="-1" strike="noStrike">
              <a:solidFill>
                <a:schemeClr val="dk1"/>
              </a:solidFill>
              <a:latin typeface="Arial"/>
            </a:endParaRPr>
          </a:p>
        </p:txBody>
      </p:sp>
      <p:sp>
        <p:nvSpPr>
          <p:cNvPr id="160" name="PlaceHolder 2"/>
          <p:cNvSpPr>
            <a:spLocks noGrp="1"/>
          </p:cNvSpPr>
          <p:nvPr>
            <p:ph type="subTitle"/>
          </p:nvPr>
        </p:nvSpPr>
        <p:spPr>
          <a:xfrm>
            <a:off x="4181400" y="3048120"/>
            <a:ext cx="3524040" cy="1114200"/>
          </a:xfrm>
          <a:prstGeom prst="rect">
            <a:avLst/>
          </a:prstGeom>
          <a:noFill/>
          <a:ln w="0">
            <a:noFill/>
          </a:ln>
        </p:spPr>
        <p:txBody>
          <a:bodyPr lIns="91440" rIns="91440" tIns="91440" bIns="91440" anchor="t">
            <a:normAutofit fontScale="92572" lnSpcReduction="10000"/>
          </a:bodyPr>
          <a:p>
            <a:pPr indent="0">
              <a:lnSpc>
                <a:spcPct val="100000"/>
              </a:lnSpc>
              <a:buNone/>
              <a:tabLst>
                <a:tab algn="l" pos="0"/>
              </a:tabLst>
            </a:pPr>
            <a:r>
              <a:rPr b="0" lang="en" sz="1200" spc="-1" strike="noStrike">
                <a:solidFill>
                  <a:schemeClr val="dk1"/>
                </a:solidFill>
                <a:latin typeface="Roboto"/>
                <a:ea typeface="Roboto"/>
              </a:rPr>
              <a:t>The AI-powered sign language system represents a significant advancement in communication technology for the visually impaired. By integrating real-time interpretation, user-friendly design, and robust accessibility features, it plays a crucial role in promoting inclusion and enhancing social interactions.</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714240" y="542880"/>
            <a:ext cx="4447800" cy="1056960"/>
          </a:xfrm>
          <a:prstGeom prst="rect">
            <a:avLst/>
          </a:prstGeom>
          <a:noFill/>
          <a:ln w="0">
            <a:noFill/>
          </a:ln>
        </p:spPr>
        <p:txBody>
          <a:bodyPr lIns="91440" rIns="91440" tIns="91440" bIns="91440" anchor="b">
            <a:normAutofit fontScale="96818"/>
          </a:bodyPr>
          <a:p>
            <a:pPr indent="0">
              <a:lnSpc>
                <a:spcPct val="100000"/>
              </a:lnSpc>
              <a:buNone/>
              <a:tabLst>
                <a:tab algn="l" pos="0"/>
              </a:tabLst>
            </a:pPr>
            <a:r>
              <a:rPr b="0" lang="en" sz="6000" spc="-1" strike="noStrike">
                <a:solidFill>
                  <a:schemeClr val="dk1"/>
                </a:solidFill>
                <a:latin typeface="Prata"/>
                <a:ea typeface="Prata"/>
              </a:rPr>
              <a:t>Thank you!</a:t>
            </a:r>
            <a:endParaRPr b="0" lang="fr-FR" sz="6000" spc="-1" strike="noStrike">
              <a:solidFill>
                <a:schemeClr val="dk1"/>
              </a:solidFill>
              <a:latin typeface="Arial"/>
            </a:endParaRPr>
          </a:p>
        </p:txBody>
      </p:sp>
      <p:sp>
        <p:nvSpPr>
          <p:cNvPr id="162" name="PlaceHolder 2"/>
          <p:cNvSpPr>
            <a:spLocks noGrp="1"/>
          </p:cNvSpPr>
          <p:nvPr>
            <p:ph type="subTitle"/>
          </p:nvPr>
        </p:nvSpPr>
        <p:spPr>
          <a:xfrm>
            <a:off x="714240" y="1619280"/>
            <a:ext cx="4447800" cy="1056960"/>
          </a:xfrm>
          <a:prstGeom prst="rect">
            <a:avLst/>
          </a:prstGeom>
          <a:noFill/>
          <a:ln w="0">
            <a:noFill/>
          </a:ln>
        </p:spPr>
        <p:txBody>
          <a:bodyPr lIns="91440" rIns="91440" tIns="91440" bIns="91440" anchor="ctr">
            <a:normAutofit/>
          </a:bodyPr>
          <a:p>
            <a:pPr indent="0">
              <a:lnSpc>
                <a:spcPct val="100000"/>
              </a:lnSpc>
              <a:buNone/>
              <a:tabLst>
                <a:tab algn="l" pos="0"/>
              </a:tabLst>
            </a:pPr>
            <a:r>
              <a:rPr b="1" lang="en" sz="1600" spc="-1" strike="noStrike">
                <a:solidFill>
                  <a:schemeClr val="dk1"/>
                </a:solidFill>
                <a:latin typeface="Roboto"/>
                <a:ea typeface="Roboto"/>
              </a:rPr>
              <a:t>Do you have any questions?</a:t>
            </a:r>
            <a:endParaRPr b="0" lang="en-US" sz="1600" spc="-1" strike="noStrike">
              <a:solidFill>
                <a:srgbClr val="000000"/>
              </a:solidFill>
              <a:latin typeface="OpenSymbol"/>
            </a:endParaRPr>
          </a:p>
        </p:txBody>
      </p:sp>
      <p:grpSp>
        <p:nvGrpSpPr>
          <p:cNvPr id="163" name="Google Shape;634;p67"/>
          <p:cNvGrpSpPr/>
          <p:nvPr/>
        </p:nvGrpSpPr>
        <p:grpSpPr>
          <a:xfrm>
            <a:off x="876600" y="2965680"/>
            <a:ext cx="275760" cy="275760"/>
            <a:chOff x="876600" y="2965680"/>
            <a:chExt cx="275760" cy="275760"/>
          </a:xfrm>
        </p:grpSpPr>
        <p:sp>
          <p:nvSpPr>
            <p:cNvPr id="164" name="Google Shape;635;p67"/>
            <p:cNvSpPr/>
            <p:nvPr/>
          </p:nvSpPr>
          <p:spPr>
            <a:xfrm>
              <a:off x="876600" y="2965680"/>
              <a:ext cx="275760" cy="275760"/>
            </a:xfrm>
            <a:custGeom>
              <a:avLst/>
              <a:gdLst>
                <a:gd name="textAreaLeft" fmla="*/ 0 w 275760"/>
                <a:gd name="textAreaRight" fmla="*/ 276120 w 275760"/>
                <a:gd name="textAreaTop" fmla="*/ 0 h 275760"/>
                <a:gd name="textAreaBottom" fmla="*/ 276120 h 27576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65" name="Google Shape;636;p67"/>
            <p:cNvSpPr/>
            <p:nvPr/>
          </p:nvSpPr>
          <p:spPr>
            <a:xfrm>
              <a:off x="940680" y="3031200"/>
              <a:ext cx="146880" cy="144000"/>
            </a:xfrm>
            <a:custGeom>
              <a:avLst/>
              <a:gdLst>
                <a:gd name="textAreaLeft" fmla="*/ 0 w 146880"/>
                <a:gd name="textAreaRight" fmla="*/ 147240 w 146880"/>
                <a:gd name="textAreaTop" fmla="*/ 0 h 144000"/>
                <a:gd name="textAreaBottom" fmla="*/ 144360 h 14400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66" name="Google Shape;637;p67"/>
            <p:cNvSpPr/>
            <p:nvPr/>
          </p:nvSpPr>
          <p:spPr>
            <a:xfrm>
              <a:off x="1070280" y="3001320"/>
              <a:ext cx="37440" cy="37080"/>
            </a:xfrm>
            <a:custGeom>
              <a:avLst/>
              <a:gdLst>
                <a:gd name="textAreaLeft" fmla="*/ 0 w 37440"/>
                <a:gd name="textAreaRight" fmla="*/ 37800 w 37440"/>
                <a:gd name="textAreaTop" fmla="*/ 0 h 37080"/>
                <a:gd name="textAreaBottom" fmla="*/ 37440 h 370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pc="-1" strike="noStrike">
                <a:solidFill>
                  <a:srgbClr val="ffffff"/>
                </a:solidFill>
                <a:latin typeface="OpenSymbol"/>
              </a:endParaRPr>
            </a:p>
          </p:txBody>
        </p:sp>
      </p:grpSp>
      <p:grpSp>
        <p:nvGrpSpPr>
          <p:cNvPr id="167" name="Google Shape;638;p67"/>
          <p:cNvGrpSpPr/>
          <p:nvPr/>
        </p:nvGrpSpPr>
        <p:grpSpPr>
          <a:xfrm>
            <a:off x="1590120" y="2984400"/>
            <a:ext cx="266400" cy="238320"/>
            <a:chOff x="1590120" y="2984400"/>
            <a:chExt cx="266400" cy="238320"/>
          </a:xfrm>
        </p:grpSpPr>
        <p:sp>
          <p:nvSpPr>
            <p:cNvPr id="168" name="Google Shape;639;p67"/>
            <p:cNvSpPr/>
            <p:nvPr/>
          </p:nvSpPr>
          <p:spPr>
            <a:xfrm>
              <a:off x="1599480" y="3068640"/>
              <a:ext cx="60840" cy="154080"/>
            </a:xfrm>
            <a:custGeom>
              <a:avLst/>
              <a:gdLst>
                <a:gd name="textAreaLeft" fmla="*/ 0 w 60840"/>
                <a:gd name="textAreaRight" fmla="*/ 61200 w 60840"/>
                <a:gd name="textAreaTop" fmla="*/ 0 h 154080"/>
                <a:gd name="textAreaBottom" fmla="*/ 154440 h 15408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69" name="Google Shape;640;p67"/>
            <p:cNvSpPr/>
            <p:nvPr/>
          </p:nvSpPr>
          <p:spPr>
            <a:xfrm>
              <a:off x="1590120" y="2984400"/>
              <a:ext cx="70200" cy="70200"/>
            </a:xfrm>
            <a:custGeom>
              <a:avLst/>
              <a:gdLst>
                <a:gd name="textAreaLeft" fmla="*/ 0 w 70200"/>
                <a:gd name="textAreaRight" fmla="*/ 70560 w 70200"/>
                <a:gd name="textAreaTop" fmla="*/ 0 h 70200"/>
                <a:gd name="textAreaBottom" fmla="*/ 70560 h 7020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70" name="Google Shape;641;p67"/>
            <p:cNvSpPr/>
            <p:nvPr/>
          </p:nvSpPr>
          <p:spPr>
            <a:xfrm>
              <a:off x="1692720" y="3068640"/>
              <a:ext cx="163800" cy="154080"/>
            </a:xfrm>
            <a:custGeom>
              <a:avLst/>
              <a:gdLst>
                <a:gd name="textAreaLeft" fmla="*/ 0 w 163800"/>
                <a:gd name="textAreaRight" fmla="*/ 164160 w 163800"/>
                <a:gd name="textAreaTop" fmla="*/ 0 h 154080"/>
                <a:gd name="textAreaBottom" fmla="*/ 154440 h 15408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ffffff"/>
                </a:solidFill>
                <a:latin typeface="OpenSymbol"/>
              </a:endParaRPr>
            </a:p>
          </p:txBody>
        </p:sp>
      </p:grpSp>
      <p:sp>
        <p:nvSpPr>
          <p:cNvPr id="171" name="Google Shape;642;p67"/>
          <p:cNvSpPr/>
          <p:nvPr/>
        </p:nvSpPr>
        <p:spPr>
          <a:xfrm>
            <a:off x="4276800" y="4343400"/>
            <a:ext cx="4152600" cy="256680"/>
          </a:xfrm>
          <a:prstGeom prst="rect">
            <a:avLst/>
          </a:prstGeom>
          <a:noFill/>
          <a:ln w="0">
            <a:noFill/>
          </a:ln>
        </p:spPr>
        <p:style>
          <a:lnRef idx="0"/>
          <a:fillRef idx="0"/>
          <a:effectRef idx="0"/>
          <a:fontRef idx="minor"/>
        </p:style>
        <p:txBody>
          <a:bodyPr lIns="870823080" rIns="870823080" tIns="128520" bIns="128520" anchor="t">
            <a:normAutofit/>
          </a:bodyPr>
          <a:p>
            <a:pPr algn="r" defTabSz="914400">
              <a:lnSpc>
                <a:spcPct val="100000"/>
              </a:lnSpc>
              <a:tabLst>
                <a:tab algn="l" pos="0"/>
              </a:tabLst>
            </a:pPr>
            <a:r>
              <a:rPr b="0" lang="en" sz="1000" spc="-1" strike="noStrike">
                <a:solidFill>
                  <a:schemeClr val="dk1"/>
                </a:solidFill>
                <a:latin typeface="Arial"/>
              </a:rPr>
              <a:t>+91 620 421 838</a:t>
            </a:r>
            <a:endParaRPr b="0" lang="en-US" sz="10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Invoice Theme for SME by Slidesgo">
  <a:themeElements>
    <a:clrScheme name="Simple Light">
      <a:dk1>
        <a:srgbClr val="000000"/>
      </a:dk1>
      <a:lt1>
        <a:srgbClr val="ffffff"/>
      </a:lt1>
      <a:dk2>
        <a:srgbClr val="a1a8c0"/>
      </a:dk2>
      <a:lt2>
        <a:srgbClr val="e1e5ee"/>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2025-04-27T18:14:30Z</dcterms:created>
  <dc:creator>Unknown Creator</dc:creator>
  <dc:description/>
  <dc:language>en-US</dc:language>
  <cp:lastModifiedBy>Unknown Creator</cp:lastModifiedBy>
  <dcterms:modified xsi:type="dcterms:W3CDTF">2025-04-27T18:14:30Z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